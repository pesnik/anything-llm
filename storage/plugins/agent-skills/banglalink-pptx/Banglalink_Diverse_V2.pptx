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EF6E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61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6E2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86C0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A1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6F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Silver</c:v>
                  </c:pt>
                  <c:pt idx="1">
                    <c:v>Gold</c:v>
                  </c:pt>
                  <c:pt idx="2">
                    <c:v>Platinum</c:v>
                  </c:pt>
                  <c:pt idx="3">
                    <c:v>Diamond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15000</c:v>
                </c:pt>
                <c:pt idx="2">
                  <c:v>3000</c:v>
                </c:pt>
                <c:pt idx="3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161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ULLE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BREAK">
    <p:bg>
      <p:bgPr>
        <a:solidFill>
          <a:srgbClr val="EF6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305" y="292608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hides prices behind personalization; BL exposes all prices publicly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Volume Leadership to Value Leadership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More GB for Less Tk to Right GB for Right Life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Defend Market Share, Grow ARPU, Build Digital Loyalty Moat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 of Two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Value, Simple Life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Good-Better-Best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1GB/1Day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Tk299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Tk699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50GB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Loyalty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45920"/>
          <a:ext cx="8686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Offers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2092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9564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0368" y="164592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6E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Infinity Launch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Postpaid &amp; Convergence Push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0-90 Day Wins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Rollover on Core Packs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with Toffee content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SMS/App personalized offers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Health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Reaction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6F1F"/>
          </a:solidFill>
          <a:ln w="12700">
            <a:solidFill>
              <a:srgbClr val="F56F1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 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 Response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0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War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prices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diff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Push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 streaming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Toffee + Loyalty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Postpaid Attack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Aggressive acq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6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Infinity 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296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296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296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668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wins, data rollover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84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584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4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56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SKU framework launch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72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72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+ Postpaid push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6088" y="1645920"/>
            <a:ext cx="1645920" cy="457200"/>
          </a:xfrm>
          <a:prstGeom prst="rect">
            <a:avLst/>
          </a:prstGeom>
          <a:solidFill>
            <a:srgbClr val="EF6E23"/>
          </a:solidFill>
          <a:ln w="12700">
            <a:solidFill>
              <a:srgbClr val="EF6E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6088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6088" y="2194560"/>
            <a:ext cx="16459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248" y="2331720"/>
            <a:ext cx="1371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packs, ecosystem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2026-06-29T23:08:33Z</dcterms:created>
  <dcterms:modified xsi:type="dcterms:W3CDTF">2026-06-29T23:08:33Z</dcterms:modified>
</cp:coreProperties>
</file>