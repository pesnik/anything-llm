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(Tk)</c:v>
                </c:pt>
              </c:strCache>
            </c:strRef>
          </c:tx>
          <c:spPr>
            <a:solidFill>
              <a:srgbClr val="EF6E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6E2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86C0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AA10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1GB</c:v>
                  </c:pt>
                  <c:pt idx="1">
                    <c:v>5GB</c:v>
                  </c:pt>
                  <c:pt idx="2">
                    <c:v>10GB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</c:v>
                </c:pt>
                <c:pt idx="1">
                  <c:v>89</c:v>
                </c:pt>
                <c:pt idx="2">
                  <c:v>159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2025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706728" y="164592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6E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89608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Banglalink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89608" y="24688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889608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24248" y="164592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6E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07128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Grameenphone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07128" y="24688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907128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41768" y="164592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6E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24648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24648" y="24688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7924648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12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 vs BL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22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Grameenphone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22716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&amp; Segmented</a:t>
            </a:r>
            <a:endParaRPr lang="en-US" sz="1400" dirty="0"/>
          </a:p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Sells Experience</a:t>
            </a:r>
            <a:endParaRPr lang="en-US" sz="1400" dirty="0"/>
          </a:p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lock-in via GP Star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48" y="1371600"/>
            <a:ext cx="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24448" y="1371600"/>
            <a:ext cx="522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Banglalink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24448" y="1920240"/>
            <a:ext cx="522716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Cluttered &amp; Transactional</a:t>
            </a:r>
            <a:endParaRPr lang="en-US" sz="1400" dirty="0"/>
          </a:p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Sells Commodity</a:t>
            </a:r>
            <a:endParaRPr lang="en-US" sz="1400" dirty="0"/>
          </a:p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lock-in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529688" y="1645920"/>
            <a:ext cx="457200" cy="457200"/>
          </a:xfrm>
          <a:prstGeom prst="ellipse">
            <a:avLst/>
          </a:prstGeom>
          <a:solidFill>
            <a:srgbClr val="EF6E23"/>
          </a:solidFill>
          <a:ln/>
        </p:spPr>
      </p:sp>
      <p:sp>
        <p:nvSpPr>
          <p:cNvPr id="4" name="Text 2"/>
          <p:cNvSpPr/>
          <p:nvPr/>
        </p:nvSpPr>
        <p:spPr>
          <a:xfrm>
            <a:off x="2529688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Q1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529688" y="2194560"/>
            <a:ext cx="164592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2666848" y="2331720"/>
            <a:ext cx="1371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wins, data rollover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58488" y="1645920"/>
            <a:ext cx="457200" cy="457200"/>
          </a:xfrm>
          <a:prstGeom prst="ellipse">
            <a:avLst/>
          </a:prstGeom>
          <a:solidFill>
            <a:srgbClr val="EF6E23"/>
          </a:solidFill>
          <a:ln/>
        </p:spPr>
      </p:sp>
      <p:sp>
        <p:nvSpPr>
          <p:cNvPr id="8" name="Text 6"/>
          <p:cNvSpPr/>
          <p:nvPr/>
        </p:nvSpPr>
        <p:spPr>
          <a:xfrm>
            <a:off x="4358488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Q2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358488" y="2194560"/>
            <a:ext cx="164592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4495648" y="2331720"/>
            <a:ext cx="1371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SKU framework launch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87288" y="1645920"/>
            <a:ext cx="457200" cy="457200"/>
          </a:xfrm>
          <a:prstGeom prst="ellipse">
            <a:avLst/>
          </a:prstGeom>
          <a:solidFill>
            <a:srgbClr val="EF6E23"/>
          </a:solidFill>
          <a:ln/>
        </p:spPr>
      </p:sp>
      <p:sp>
        <p:nvSpPr>
          <p:cNvPr id="12" name="Text 10"/>
          <p:cNvSpPr/>
          <p:nvPr/>
        </p:nvSpPr>
        <p:spPr>
          <a:xfrm>
            <a:off x="6187288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Q3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87288" y="2194560"/>
            <a:ext cx="164592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6324448" y="2331720"/>
            <a:ext cx="1371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 Star + Postpaid push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16088" y="1645920"/>
            <a:ext cx="457200" cy="457200"/>
          </a:xfrm>
          <a:prstGeom prst="ellipse">
            <a:avLst/>
          </a:prstGeom>
          <a:solidFill>
            <a:srgbClr val="EF6E23"/>
          </a:solidFill>
          <a:ln/>
        </p:spPr>
      </p:sp>
      <p:sp>
        <p:nvSpPr>
          <p:cNvPr id="16" name="Text 14"/>
          <p:cNvSpPr/>
          <p:nvPr/>
        </p:nvSpPr>
        <p:spPr>
          <a:xfrm>
            <a:off x="8016088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Q4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016088" y="2194560"/>
            <a:ext cx="164592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8153248" y="2331720"/>
            <a:ext cx="1371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 packs, ecosystem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Comparison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0584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5146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 Price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 Price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Robi Price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1GB Daily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Tk19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Tk20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Tk18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5GB Monthly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Tk89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Tk95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Tk85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10GB Monthly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Tk159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Tk170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Tk155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Trend Analysis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108813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2026-06-30T06:16:43Z</dcterms:created>
  <dcterms:modified xsi:type="dcterms:W3CDTF">2026-06-30T06:16:43Z</dcterms:modified>
</cp:coreProperties>
</file>