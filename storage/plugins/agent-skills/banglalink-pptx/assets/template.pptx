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24"/>
  </p:notesMasterIdLst>
  <p:sldIdLst>
    <p:sldId id="287" r:id="rId5"/>
    <p:sldId id="257" r:id="rId6"/>
    <p:sldId id="288" r:id="rId7"/>
    <p:sldId id="289" r:id="rId8"/>
    <p:sldId id="290" r:id="rId9"/>
    <p:sldId id="291" r:id="rId10"/>
    <p:sldId id="292" r:id="rId11"/>
    <p:sldId id="293" r:id="rId12"/>
    <p:sldId id="294" r:id="rId13"/>
    <p:sldId id="295" r:id="rId14"/>
    <p:sldId id="296" r:id="rId15"/>
    <p:sldId id="266" r:id="rId16"/>
    <p:sldId id="267" r:id="rId17"/>
    <p:sldId id="297" r:id="rId18"/>
    <p:sldId id="272" r:id="rId19"/>
    <p:sldId id="298" r:id="rId20"/>
    <p:sldId id="299" r:id="rId21"/>
    <p:sldId id="276" r:id="rId22"/>
    <p:sldId id="26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E21"/>
    <a:srgbClr val="F9A216"/>
    <a:srgbClr val="FA9C2D"/>
    <a:srgbClr val="E9E6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447" autoAdjust="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0938907214428332E-2"/>
          <c:y val="4.9250733120254284E-2"/>
          <c:w val="0.91967411977541036"/>
          <c:h val="0.84458379428776109"/>
        </c:manualLayout>
      </c:layout>
      <c:lineChart>
        <c:grouping val="standard"/>
        <c:varyColors val="0"/>
        <c:ser>
          <c:idx val="0"/>
          <c:order val="0"/>
          <c:tx>
            <c:strRef>
              <c:f>'VIP Currency vs USD'!$A$86</c:f>
              <c:strCache>
                <c:ptCount val="1"/>
                <c:pt idx="0">
                  <c:v>VIP CURRENCY VALUE</c:v>
                </c:pt>
              </c:strCache>
            </c:strRef>
          </c:tx>
          <c:spPr>
            <a:ln w="28575">
              <a:solidFill>
                <a:srgbClr val="ED7D31"/>
              </a:solidFill>
            </a:ln>
          </c:spPr>
          <c:marker>
            <c:symbol val="none"/>
          </c:marker>
          <c:dLbls>
            <c:dLbl>
              <c:idx val="0"/>
              <c:layout>
                <c:manualLayout>
                  <c:x val="-1.9444403930434003E-2"/>
                  <c:y val="-7.1663552814630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504-4A07-80C9-6D4C188529BD}"/>
                </c:ext>
              </c:extLst>
            </c:dLbl>
            <c:dLbl>
              <c:idx val="1"/>
              <c:layout>
                <c:manualLayout>
                  <c:x val="0"/>
                  <c:y val="-3.240740740740742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504-4A07-80C9-6D4C188529BD}"/>
                </c:ext>
              </c:extLst>
            </c:dLbl>
            <c:dLbl>
              <c:idx val="2"/>
              <c:layout>
                <c:manualLayout>
                  <c:x val="-5.5555555555555462E-3"/>
                  <c:y val="-2.77777777777778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504-4A07-80C9-6D4C188529BD}"/>
                </c:ext>
              </c:extLst>
            </c:dLbl>
            <c:dLbl>
              <c:idx val="3"/>
              <c:layout>
                <c:manualLayout>
                  <c:x val="-2.3847957976254235E-3"/>
                  <c:y val="-3.993769146647074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504-4A07-80C9-6D4C188529BD}"/>
                </c:ext>
              </c:extLst>
            </c:dLbl>
            <c:dLbl>
              <c:idx val="4"/>
              <c:layout>
                <c:manualLayout>
                  <c:x val="-1.5307167252330401E-2"/>
                  <c:y val="-3.408021317008672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504-4A07-80C9-6D4C188529BD}"/>
                </c:ext>
              </c:extLst>
            </c:dLbl>
            <c:dLbl>
              <c:idx val="5"/>
              <c:layout>
                <c:manualLayout>
                  <c:x val="0"/>
                  <c:y val="-3.24074074074075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504-4A07-80C9-6D4C188529BD}"/>
                </c:ext>
              </c:extLst>
            </c:dLbl>
            <c:dLbl>
              <c:idx val="6"/>
              <c:layout>
                <c:manualLayout>
                  <c:x val="-2.7777777777777857E-3"/>
                  <c:y val="-3.240740740740742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504-4A07-80C9-6D4C188529BD}"/>
                </c:ext>
              </c:extLst>
            </c:dLbl>
            <c:dLbl>
              <c:idx val="7"/>
              <c:layout>
                <c:manualLayout>
                  <c:x val="-2.7777777777777857E-3"/>
                  <c:y val="-3.703703703703702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504-4A07-80C9-6D4C188529BD}"/>
                </c:ext>
              </c:extLst>
            </c:dLbl>
            <c:dLbl>
              <c:idx val="8"/>
              <c:layout>
                <c:manualLayout>
                  <c:x val="-1.6666666666666701E-2"/>
                  <c:y val="-3.703703703703702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0504-4A07-80C9-6D4C188529BD}"/>
                </c:ext>
              </c:extLst>
            </c:dLbl>
            <c:dLbl>
              <c:idx val="9"/>
              <c:layout>
                <c:manualLayout>
                  <c:x val="-1.6666666666666701E-2"/>
                  <c:y val="-4.16666666666666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504-4A07-80C9-6D4C188529BD}"/>
                </c:ext>
              </c:extLst>
            </c:dLbl>
            <c:dLbl>
              <c:idx val="10"/>
              <c:layout>
                <c:manualLayout>
                  <c:x val="0"/>
                  <c:y val="-2.09978340816813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504-4A07-80C9-6D4C188529BD}"/>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38100" cmpd="sng">
                <a:solidFill>
                  <a:srgbClr val="FFCB24"/>
                </a:solidFill>
              </a:ln>
            </c:spPr>
            <c:trendlineType val="poly"/>
            <c:order val="3"/>
            <c:dispRSqr val="0"/>
            <c:dispEq val="0"/>
          </c:trendline>
          <c:cat>
            <c:strRef>
              <c:f>'VIP Currency vs USD'!$B$85:$M$85</c:f>
              <c:strCache>
                <c:ptCount val="12"/>
                <c:pt idx="0">
                  <c:v>1Q14</c:v>
                </c:pt>
                <c:pt idx="1">
                  <c:v>2Q14</c:v>
                </c:pt>
                <c:pt idx="2">
                  <c:v>3Q14</c:v>
                </c:pt>
                <c:pt idx="3">
                  <c:v>4Q14</c:v>
                </c:pt>
                <c:pt idx="4">
                  <c:v>1Q15</c:v>
                </c:pt>
                <c:pt idx="5">
                  <c:v>2Q15</c:v>
                </c:pt>
                <c:pt idx="6">
                  <c:v>3Q15</c:v>
                </c:pt>
                <c:pt idx="7">
                  <c:v>4Q15</c:v>
                </c:pt>
                <c:pt idx="8">
                  <c:v>1Q16</c:v>
                </c:pt>
                <c:pt idx="9">
                  <c:v>2Q16</c:v>
                </c:pt>
                <c:pt idx="10">
                  <c:v>3Q16</c:v>
                </c:pt>
                <c:pt idx="11">
                  <c:v>4Q16</c:v>
                </c:pt>
              </c:strCache>
            </c:strRef>
          </c:cat>
          <c:val>
            <c:numRef>
              <c:f>'VIP Currency vs USD'!$B$86:$M$86</c:f>
              <c:numCache>
                <c:formatCode>0</c:formatCode>
                <c:ptCount val="12"/>
                <c:pt idx="0">
                  <c:v>100</c:v>
                </c:pt>
                <c:pt idx="1">
                  <c:v>97.888262482342597</c:v>
                </c:pt>
                <c:pt idx="2">
                  <c:v>94.22101948007959</c:v>
                </c:pt>
                <c:pt idx="3">
                  <c:v>81.958790873813356</c:v>
                </c:pt>
                <c:pt idx="4">
                  <c:v>72.9081717615001</c:v>
                </c:pt>
                <c:pt idx="5">
                  <c:v>75.87305936970408</c:v>
                </c:pt>
                <c:pt idx="6">
                  <c:v>69.528176578045858</c:v>
                </c:pt>
                <c:pt idx="7">
                  <c:v>67</c:v>
                </c:pt>
                <c:pt idx="8">
                  <c:v>64.242678725954178</c:v>
                </c:pt>
                <c:pt idx="9">
                  <c:v>65.775098259762188</c:v>
                </c:pt>
                <c:pt idx="10">
                  <c:v>66.955009634184748</c:v>
                </c:pt>
                <c:pt idx="11">
                  <c:v>66.783560659141457</c:v>
                </c:pt>
              </c:numCache>
            </c:numRef>
          </c:val>
          <c:smooth val="1"/>
          <c:extLst>
            <c:ext xmlns:c16="http://schemas.microsoft.com/office/drawing/2014/chart" uri="{C3380CC4-5D6E-409C-BE32-E72D297353CC}">
              <c16:uniqueId val="{0000000C-0504-4A07-80C9-6D4C188529BD}"/>
            </c:ext>
          </c:extLst>
        </c:ser>
        <c:dLbls>
          <c:showLegendKey val="0"/>
          <c:showVal val="0"/>
          <c:showCatName val="0"/>
          <c:showSerName val="0"/>
          <c:showPercent val="0"/>
          <c:showBubbleSize val="0"/>
        </c:dLbls>
        <c:smooth val="0"/>
        <c:axId val="156780416"/>
        <c:axId val="156781952"/>
      </c:lineChart>
      <c:catAx>
        <c:axId val="156780416"/>
        <c:scaling>
          <c:orientation val="minMax"/>
        </c:scaling>
        <c:delete val="0"/>
        <c:axPos val="b"/>
        <c:numFmt formatCode="General" sourceLinked="0"/>
        <c:majorTickMark val="none"/>
        <c:minorTickMark val="none"/>
        <c:tickLblPos val="nextTo"/>
        <c:spPr>
          <a:ln w="12700">
            <a:solidFill>
              <a:srgbClr val="2B2B2B"/>
            </a:solidFill>
          </a:ln>
        </c:spPr>
        <c:crossAx val="156781952"/>
        <c:crosses val="autoZero"/>
        <c:auto val="1"/>
        <c:lblAlgn val="ctr"/>
        <c:lblOffset val="100"/>
        <c:noMultiLvlLbl val="0"/>
      </c:catAx>
      <c:valAx>
        <c:axId val="156781952"/>
        <c:scaling>
          <c:orientation val="minMax"/>
          <c:max val="110"/>
          <c:min val="50"/>
        </c:scaling>
        <c:delete val="0"/>
        <c:axPos val="l"/>
        <c:numFmt formatCode="0" sourceLinked="1"/>
        <c:majorTickMark val="out"/>
        <c:minorTickMark val="none"/>
        <c:tickLblPos val="nextTo"/>
        <c:crossAx val="156780416"/>
        <c:crosses val="autoZero"/>
        <c:crossBetween val="between"/>
      </c:valAx>
      <c:spPr>
        <a:noFill/>
        <a:ln>
          <a:solidFill>
            <a:srgbClr val="ED7D31"/>
          </a:solidFill>
        </a:ln>
        <a:effectLst>
          <a:outerShdw blurRad="50800" dist="50800" dir="5400000" algn="ctr" rotWithShape="0">
            <a:srgbClr val="ED7D31"/>
          </a:outerShdw>
        </a:effectLst>
      </c:spPr>
    </c:plotArea>
    <c:plotVisOnly val="1"/>
    <c:dispBlanksAs val="gap"/>
    <c:showDLblsOverMax val="0"/>
  </c:chart>
  <c:spPr>
    <a:noFill/>
    <a:ln>
      <a:noFill/>
    </a:ln>
  </c:spPr>
  <c:txPr>
    <a:bodyPr/>
    <a:lstStyle/>
    <a:p>
      <a:pPr>
        <a:defRPr>
          <a:latin typeface="Arial" pitchFamily="34" charset="0"/>
          <a:cs typeface="Arial" pitchFamily="34"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6529618293005005E-3"/>
          <c:y val="3.1820673716324001E-2"/>
          <c:w val="0.98287507991562395"/>
          <c:h val="0.791692067012846"/>
        </c:manualLayout>
      </c:layout>
      <c:barChart>
        <c:barDir val="col"/>
        <c:grouping val="stacked"/>
        <c:varyColors val="0"/>
        <c:ser>
          <c:idx val="0"/>
          <c:order val="0"/>
          <c:tx>
            <c:strRef>
              <c:f>Blad1!$B$1</c:f>
              <c:strCache>
                <c:ptCount val="1"/>
                <c:pt idx="0">
                  <c:v>Reeks 1</c:v>
                </c:pt>
              </c:strCache>
            </c:strRef>
          </c:tx>
          <c:spPr>
            <a:noFill/>
            <a:ln>
              <a:noFill/>
            </a:ln>
            <a:effectLst/>
          </c:spPr>
          <c:invertIfNegative val="0"/>
          <c:dPt>
            <c:idx val="0"/>
            <c:invertIfNegative val="0"/>
            <c:bubble3D val="0"/>
            <c:spPr>
              <a:solidFill>
                <a:srgbClr val="FBA220"/>
              </a:solidFill>
              <a:ln>
                <a:noFill/>
              </a:ln>
              <a:effectLst/>
            </c:spPr>
            <c:extLst>
              <c:ext xmlns:c16="http://schemas.microsoft.com/office/drawing/2014/chart" uri="{C3380CC4-5D6E-409C-BE32-E72D297353CC}">
                <c16:uniqueId val="{00000001-A8BF-41A7-85E9-44FFBB8F55D2}"/>
              </c:ext>
            </c:extLst>
          </c:dPt>
          <c:dPt>
            <c:idx val="1"/>
            <c:invertIfNegative val="0"/>
            <c:bubble3D val="0"/>
            <c:spPr>
              <a:solidFill>
                <a:srgbClr val="DADBDC"/>
              </a:solidFill>
              <a:ln>
                <a:noFill/>
              </a:ln>
              <a:effectLst/>
            </c:spPr>
            <c:extLst>
              <c:ext xmlns:c16="http://schemas.microsoft.com/office/drawing/2014/chart" uri="{C3380CC4-5D6E-409C-BE32-E72D297353CC}">
                <c16:uniqueId val="{00000003-A8BF-41A7-85E9-44FFBB8F55D2}"/>
              </c:ext>
            </c:extLst>
          </c:dPt>
          <c:dPt>
            <c:idx val="2"/>
            <c:invertIfNegative val="0"/>
            <c:bubble3D val="0"/>
            <c:spPr>
              <a:solidFill>
                <a:srgbClr val="F8A21B"/>
              </a:solidFill>
              <a:ln>
                <a:noFill/>
              </a:ln>
              <a:effectLst/>
            </c:spPr>
            <c:extLst>
              <c:ext xmlns:c16="http://schemas.microsoft.com/office/drawing/2014/chart" uri="{C3380CC4-5D6E-409C-BE32-E72D297353CC}">
                <c16:uniqueId val="{00000005-A8BF-41A7-85E9-44FFBB8F55D2}"/>
              </c:ext>
            </c:extLst>
          </c:dPt>
          <c:dPt>
            <c:idx val="3"/>
            <c:invertIfNegative val="0"/>
            <c:bubble3D val="0"/>
            <c:spPr>
              <a:solidFill>
                <a:srgbClr val="EF6E20"/>
              </a:solidFill>
              <a:ln>
                <a:noFill/>
              </a:ln>
              <a:effectLst/>
            </c:spPr>
            <c:extLst>
              <c:ext xmlns:c16="http://schemas.microsoft.com/office/drawing/2014/chart" uri="{C3380CC4-5D6E-409C-BE32-E72D297353CC}">
                <c16:uniqueId val="{00000007-A8BF-41A7-85E9-44FFBB8F55D2}"/>
              </c:ext>
            </c:extLst>
          </c:dPt>
          <c:dPt>
            <c:idx val="4"/>
            <c:invertIfNegative val="0"/>
            <c:bubble3D val="0"/>
            <c:spPr>
              <a:solidFill>
                <a:srgbClr val="DADBDC"/>
              </a:solidFill>
              <a:ln>
                <a:noFill/>
              </a:ln>
              <a:effectLst/>
            </c:spPr>
            <c:extLst>
              <c:ext xmlns:c16="http://schemas.microsoft.com/office/drawing/2014/chart" uri="{C3380CC4-5D6E-409C-BE32-E72D297353CC}">
                <c16:uniqueId val="{00000009-A8BF-41A7-85E9-44FFBB8F55D2}"/>
              </c:ext>
            </c:extLst>
          </c:dPt>
          <c:dPt>
            <c:idx val="5"/>
            <c:invertIfNegative val="0"/>
            <c:bubble3D val="0"/>
            <c:spPr>
              <a:solidFill>
                <a:srgbClr val="DADBDC"/>
              </a:solidFill>
              <a:ln>
                <a:noFill/>
              </a:ln>
              <a:effectLst/>
            </c:spPr>
            <c:extLst>
              <c:ext xmlns:c16="http://schemas.microsoft.com/office/drawing/2014/chart" uri="{C3380CC4-5D6E-409C-BE32-E72D297353CC}">
                <c16:uniqueId val="{0000000B-A8BF-41A7-85E9-44FFBB8F55D2}"/>
              </c:ext>
            </c:extLst>
          </c:dPt>
          <c:dPt>
            <c:idx val="6"/>
            <c:invertIfNegative val="0"/>
            <c:bubble3D val="0"/>
            <c:spPr>
              <a:solidFill>
                <a:srgbClr val="DADBDC"/>
              </a:solidFill>
              <a:ln>
                <a:noFill/>
              </a:ln>
              <a:effectLst/>
            </c:spPr>
            <c:extLst>
              <c:ext xmlns:c16="http://schemas.microsoft.com/office/drawing/2014/chart" uri="{C3380CC4-5D6E-409C-BE32-E72D297353CC}">
                <c16:uniqueId val="{0000000D-A8BF-41A7-85E9-44FFBB8F55D2}"/>
              </c:ext>
            </c:extLst>
          </c:dPt>
          <c:dPt>
            <c:idx val="7"/>
            <c:invertIfNegative val="0"/>
            <c:bubble3D val="0"/>
            <c:spPr>
              <a:solidFill>
                <a:srgbClr val="DADBDC"/>
              </a:solidFill>
              <a:ln>
                <a:noFill/>
              </a:ln>
              <a:effectLst/>
            </c:spPr>
            <c:extLst>
              <c:ext xmlns:c16="http://schemas.microsoft.com/office/drawing/2014/chart" uri="{C3380CC4-5D6E-409C-BE32-E72D297353CC}">
                <c16:uniqueId val="{0000000F-A8BF-41A7-85E9-44FFBB8F55D2}"/>
              </c:ext>
            </c:extLst>
          </c:dPt>
          <c:dPt>
            <c:idx val="8"/>
            <c:invertIfNegative val="0"/>
            <c:bubble3D val="0"/>
            <c:spPr>
              <a:solidFill>
                <a:srgbClr val="DADBDC"/>
              </a:solidFill>
              <a:ln>
                <a:noFill/>
              </a:ln>
              <a:effectLst/>
            </c:spPr>
            <c:extLst>
              <c:ext xmlns:c16="http://schemas.microsoft.com/office/drawing/2014/chart" uri="{C3380CC4-5D6E-409C-BE32-E72D297353CC}">
                <c16:uniqueId val="{00000011-A8BF-41A7-85E9-44FFBB8F55D2}"/>
              </c:ext>
            </c:extLst>
          </c:dPt>
          <c:dPt>
            <c:idx val="9"/>
            <c:invertIfNegative val="0"/>
            <c:bubble3D val="0"/>
            <c:spPr>
              <a:solidFill>
                <a:srgbClr val="DADBDC"/>
              </a:solidFill>
              <a:ln>
                <a:noFill/>
              </a:ln>
              <a:effectLst/>
            </c:spPr>
            <c:extLst>
              <c:ext xmlns:c16="http://schemas.microsoft.com/office/drawing/2014/chart" uri="{C3380CC4-5D6E-409C-BE32-E72D297353CC}">
                <c16:uniqueId val="{00000013-A8BF-41A7-85E9-44FFBB8F55D2}"/>
              </c:ext>
            </c:extLst>
          </c:dPt>
          <c:dPt>
            <c:idx val="10"/>
            <c:invertIfNegative val="0"/>
            <c:bubble3D val="0"/>
            <c:spPr>
              <a:solidFill>
                <a:srgbClr val="FCA01E"/>
              </a:solidFill>
              <a:ln>
                <a:noFill/>
              </a:ln>
              <a:effectLst/>
            </c:spPr>
            <c:extLst>
              <c:ext xmlns:c16="http://schemas.microsoft.com/office/drawing/2014/chart" uri="{C3380CC4-5D6E-409C-BE32-E72D297353CC}">
                <c16:uniqueId val="{00000015-A8BF-41A7-85E9-44FFBB8F55D2}"/>
              </c:ext>
            </c:extLst>
          </c:dPt>
          <c:dPt>
            <c:idx val="11"/>
            <c:invertIfNegative val="0"/>
            <c:bubble3D val="0"/>
            <c:spPr>
              <a:solidFill>
                <a:srgbClr val="DADBDC"/>
              </a:solidFill>
              <a:ln>
                <a:noFill/>
              </a:ln>
              <a:effectLst/>
            </c:spPr>
            <c:extLst>
              <c:ext xmlns:c16="http://schemas.microsoft.com/office/drawing/2014/chart" uri="{C3380CC4-5D6E-409C-BE32-E72D297353CC}">
                <c16:uniqueId val="{00000017-A8BF-41A7-85E9-44FFBB8F55D2}"/>
              </c:ext>
            </c:extLst>
          </c:dPt>
          <c:dPt>
            <c:idx val="12"/>
            <c:invertIfNegative val="0"/>
            <c:bubble3D val="0"/>
            <c:spPr>
              <a:solidFill>
                <a:srgbClr val="DADBDC"/>
              </a:solidFill>
              <a:ln>
                <a:noFill/>
              </a:ln>
              <a:effectLst/>
            </c:spPr>
            <c:extLst>
              <c:ext xmlns:c16="http://schemas.microsoft.com/office/drawing/2014/chart" uri="{C3380CC4-5D6E-409C-BE32-E72D297353CC}">
                <c16:uniqueId val="{00000019-A8BF-41A7-85E9-44FFBB8F55D2}"/>
              </c:ext>
            </c:extLst>
          </c:dPt>
          <c:dPt>
            <c:idx val="13"/>
            <c:invertIfNegative val="0"/>
            <c:bubble3D val="0"/>
            <c:spPr>
              <a:solidFill>
                <a:srgbClr val="F9A01D"/>
              </a:solidFill>
              <a:ln>
                <a:noFill/>
              </a:ln>
              <a:effectLst/>
            </c:spPr>
            <c:extLst>
              <c:ext xmlns:c16="http://schemas.microsoft.com/office/drawing/2014/chart" uri="{C3380CC4-5D6E-409C-BE32-E72D297353CC}">
                <c16:uniqueId val="{0000001B-A8BF-41A7-85E9-44FFBB8F55D2}"/>
              </c:ext>
            </c:extLst>
          </c:dPt>
          <c:dLbls>
            <c:dLbl>
              <c:idx val="0"/>
              <c:tx>
                <c:rich>
                  <a:bodyPr/>
                  <a:lstStyle/>
                  <a:p>
                    <a:r>
                      <a:rPr lang="en-US" b="0" i="0" dirty="0">
                        <a:latin typeface="Open Sans Light"/>
                        <a:cs typeface="Open Sans Light"/>
                      </a:rPr>
                      <a:t>5,496</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A8BF-41A7-85E9-44FFBB8F55D2}"/>
                </c:ext>
              </c:extLst>
            </c:dLbl>
            <c:dLbl>
              <c:idx val="2"/>
              <c:tx>
                <c:rich>
                  <a:bodyPr/>
                  <a:lstStyle/>
                  <a:p>
                    <a:r>
                      <a:rPr lang="en-US" b="0" i="0" dirty="0">
                        <a:latin typeface="Open Sans Light"/>
                        <a:cs typeface="Open Sans Light"/>
                      </a:rPr>
                      <a:t>5,831</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A8BF-41A7-85E9-44FFBB8F55D2}"/>
                </c:ext>
              </c:extLst>
            </c:dLbl>
            <c:dLbl>
              <c:idx val="1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A8BF-41A7-85E9-44FFBB8F55D2}"/>
                </c:ext>
              </c:extLst>
            </c:dLbl>
            <c:dLbl>
              <c:idx val="13"/>
              <c:tx>
                <c:rich>
                  <a:bodyPr/>
                  <a:lstStyle/>
                  <a:p>
                    <a:r>
                      <a:rPr lang="en-US" b="0" i="0" dirty="0">
                        <a:latin typeface="Open Sans Light"/>
                        <a:cs typeface="Open Sans Light"/>
                      </a:rPr>
                      <a:t>7,162</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B-A8BF-41A7-85E9-44FFBB8F55D2}"/>
                </c:ext>
              </c:extLst>
            </c:dLbl>
            <c:spPr>
              <a:noFill/>
              <a:ln>
                <a:noFill/>
              </a:ln>
              <a:effectLst/>
            </c:spPr>
            <c:txPr>
              <a:bodyPr/>
              <a:lstStyle/>
              <a:p>
                <a:pPr>
                  <a:defRPr>
                    <a:latin typeface="Open Sans Light"/>
                    <a:cs typeface="Open Sans Light"/>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Blad1!$A$2:$A$15</c:f>
              <c:strCache>
                <c:ptCount val="14"/>
                <c:pt idx="0">
                  <c:v>Net debt 
31 December 2015</c:v>
                </c:pt>
                <c:pt idx="1">
                  <c:v>Warid 
net debt</c:v>
                </c:pt>
                <c:pt idx="2">
                  <c:v>Net debt 
31 December 2015, incl. Warid</c:v>
                </c:pt>
                <c:pt idx="3">
                  <c:v>EBITDA 
underlying</c:v>
                </c:pt>
                <c:pt idx="4">
                  <c:v>Change in working capital </c:v>
                </c:pt>
                <c:pt idx="5">
                  <c:v>Net interest</c:v>
                </c:pt>
                <c:pt idx="6">
                  <c:v>Taxes</c:v>
                </c:pt>
                <c:pt idx="7">
                  <c:v>Cash capex excl. licenses</c:v>
                </c:pt>
                <c:pt idx="8">
                  <c:v>Licenses </c:v>
                </c:pt>
                <c:pt idx="9">
                  <c:v>Dividend payments</c:v>
                </c:pt>
                <c:pt idx="10">
                  <c:v>Net debt before
exceptionals and FOREX </c:v>
                </c:pt>
                <c:pt idx="11">
                  <c:v>Exceptionals in FY16</c:v>
                </c:pt>
                <c:pt idx="12">
                  <c:v>FOREX and other</c:v>
                </c:pt>
                <c:pt idx="13">
                  <c:v>Net debt 
31 December
 2016</c:v>
                </c:pt>
              </c:strCache>
            </c:strRef>
          </c:cat>
          <c:val>
            <c:numRef>
              <c:f>Blad1!$B$2:$B$15</c:f>
              <c:numCache>
                <c:formatCode>#,##0</c:formatCode>
                <c:ptCount val="14"/>
                <c:pt idx="0">
                  <c:v>5496</c:v>
                </c:pt>
                <c:pt idx="1">
                  <c:v>5496</c:v>
                </c:pt>
                <c:pt idx="2">
                  <c:v>5831</c:v>
                </c:pt>
                <c:pt idx="3">
                  <c:v>2250</c:v>
                </c:pt>
                <c:pt idx="4">
                  <c:v>2250</c:v>
                </c:pt>
                <c:pt idx="5">
                  <c:v>2499</c:v>
                </c:pt>
                <c:pt idx="6">
                  <c:v>3225</c:v>
                </c:pt>
                <c:pt idx="7">
                  <c:v>3645</c:v>
                </c:pt>
                <c:pt idx="8">
                  <c:v>5131</c:v>
                </c:pt>
                <c:pt idx="9">
                  <c:v>5295.7786587798737</c:v>
                </c:pt>
                <c:pt idx="10">
                  <c:v>5460.5573175597474</c:v>
                </c:pt>
                <c:pt idx="11">
                  <c:v>5460.5573175597474</c:v>
                </c:pt>
                <c:pt idx="12">
                  <c:v>6552.5573175597474</c:v>
                </c:pt>
                <c:pt idx="13">
                  <c:v>7161.5573175597501</c:v>
                </c:pt>
              </c:numCache>
            </c:numRef>
          </c:val>
          <c:extLst>
            <c:ext xmlns:c16="http://schemas.microsoft.com/office/drawing/2014/chart" uri="{C3380CC4-5D6E-409C-BE32-E72D297353CC}">
              <c16:uniqueId val="{0000001C-A8BF-41A7-85E9-44FFBB8F55D2}"/>
            </c:ext>
          </c:extLst>
        </c:ser>
        <c:ser>
          <c:idx val="1"/>
          <c:order val="1"/>
          <c:tx>
            <c:strRef>
              <c:f>Blad1!$C$1</c:f>
              <c:strCache>
                <c:ptCount val="1"/>
                <c:pt idx="0">
                  <c:v>Reeks 2</c:v>
                </c:pt>
              </c:strCache>
            </c:strRef>
          </c:tx>
          <c:spPr>
            <a:solidFill>
              <a:schemeClr val="tx2"/>
            </a:solidFill>
            <a:ln>
              <a:noFill/>
            </a:ln>
            <a:effectLst/>
          </c:spPr>
          <c:invertIfNegative val="0"/>
          <c:dPt>
            <c:idx val="1"/>
            <c:invertIfNegative val="0"/>
            <c:bubble3D val="0"/>
            <c:spPr>
              <a:solidFill>
                <a:srgbClr val="F06E22"/>
              </a:solidFill>
              <a:ln>
                <a:noFill/>
              </a:ln>
              <a:effectLst/>
            </c:spPr>
            <c:extLst>
              <c:ext xmlns:c16="http://schemas.microsoft.com/office/drawing/2014/chart" uri="{C3380CC4-5D6E-409C-BE32-E72D297353CC}">
                <c16:uniqueId val="{0000001E-A8BF-41A7-85E9-44FFBB8F55D2}"/>
              </c:ext>
            </c:extLst>
          </c:dPt>
          <c:dPt>
            <c:idx val="2"/>
            <c:invertIfNegative val="0"/>
            <c:bubble3D val="0"/>
            <c:spPr>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0" scaled="1"/>
                <a:tileRect/>
              </a:gradFill>
              <a:ln>
                <a:noFill/>
              </a:ln>
              <a:effectLst/>
            </c:spPr>
            <c:extLst>
              <c:ext xmlns:c16="http://schemas.microsoft.com/office/drawing/2014/chart" uri="{C3380CC4-5D6E-409C-BE32-E72D297353CC}">
                <c16:uniqueId val="{00000020-A8BF-41A7-85E9-44FFBB8F55D2}"/>
              </c:ext>
            </c:extLst>
          </c:dPt>
          <c:dPt>
            <c:idx val="3"/>
            <c:invertIfNegative val="0"/>
            <c:bubble3D val="0"/>
            <c:spPr>
              <a:solidFill>
                <a:srgbClr val="D9DADC"/>
              </a:solidFill>
              <a:ln>
                <a:noFill/>
              </a:ln>
              <a:effectLst/>
            </c:spPr>
            <c:extLst>
              <c:ext xmlns:c16="http://schemas.microsoft.com/office/drawing/2014/chart" uri="{C3380CC4-5D6E-409C-BE32-E72D297353CC}">
                <c16:uniqueId val="{00000022-A8BF-41A7-85E9-44FFBB8F55D2}"/>
              </c:ext>
            </c:extLst>
          </c:dPt>
          <c:dPt>
            <c:idx val="4"/>
            <c:invertIfNegative val="0"/>
            <c:bubble3D val="0"/>
            <c:spPr>
              <a:solidFill>
                <a:srgbClr val="F86C1F"/>
              </a:solidFill>
              <a:ln>
                <a:noFill/>
              </a:ln>
              <a:effectLst/>
            </c:spPr>
            <c:extLst>
              <c:ext xmlns:c16="http://schemas.microsoft.com/office/drawing/2014/chart" uri="{C3380CC4-5D6E-409C-BE32-E72D297353CC}">
                <c16:uniqueId val="{00000024-A8BF-41A7-85E9-44FFBB8F55D2}"/>
              </c:ext>
            </c:extLst>
          </c:dPt>
          <c:dPt>
            <c:idx val="5"/>
            <c:invertIfNegative val="0"/>
            <c:bubble3D val="0"/>
            <c:spPr>
              <a:solidFill>
                <a:srgbClr val="F36E25"/>
              </a:solidFill>
              <a:ln>
                <a:noFill/>
              </a:ln>
              <a:effectLst/>
            </c:spPr>
            <c:extLst>
              <c:ext xmlns:c16="http://schemas.microsoft.com/office/drawing/2014/chart" uri="{C3380CC4-5D6E-409C-BE32-E72D297353CC}">
                <c16:uniqueId val="{00000026-A8BF-41A7-85E9-44FFBB8F55D2}"/>
              </c:ext>
            </c:extLst>
          </c:dPt>
          <c:dPt>
            <c:idx val="6"/>
            <c:invertIfNegative val="0"/>
            <c:bubble3D val="0"/>
            <c:spPr>
              <a:solidFill>
                <a:srgbClr val="F56D1B"/>
              </a:solidFill>
              <a:ln>
                <a:noFill/>
              </a:ln>
              <a:effectLst/>
            </c:spPr>
            <c:extLst>
              <c:ext xmlns:c16="http://schemas.microsoft.com/office/drawing/2014/chart" uri="{C3380CC4-5D6E-409C-BE32-E72D297353CC}">
                <c16:uniqueId val="{00000028-A8BF-41A7-85E9-44FFBB8F55D2}"/>
              </c:ext>
            </c:extLst>
          </c:dPt>
          <c:dPt>
            <c:idx val="7"/>
            <c:invertIfNegative val="0"/>
            <c:bubble3D val="0"/>
            <c:spPr>
              <a:solidFill>
                <a:srgbClr val="F56D1B"/>
              </a:solidFill>
              <a:ln>
                <a:noFill/>
              </a:ln>
              <a:effectLst/>
            </c:spPr>
            <c:extLst>
              <c:ext xmlns:c16="http://schemas.microsoft.com/office/drawing/2014/chart" uri="{C3380CC4-5D6E-409C-BE32-E72D297353CC}">
                <c16:uniqueId val="{0000002A-A8BF-41A7-85E9-44FFBB8F55D2}"/>
              </c:ext>
            </c:extLst>
          </c:dPt>
          <c:dPt>
            <c:idx val="8"/>
            <c:invertIfNegative val="0"/>
            <c:bubble3D val="0"/>
            <c:spPr>
              <a:solidFill>
                <a:srgbClr val="F56D1B"/>
              </a:solidFill>
              <a:ln>
                <a:noFill/>
              </a:ln>
              <a:effectLst/>
            </c:spPr>
            <c:extLst>
              <c:ext xmlns:c16="http://schemas.microsoft.com/office/drawing/2014/chart" uri="{C3380CC4-5D6E-409C-BE32-E72D297353CC}">
                <c16:uniqueId val="{0000002C-A8BF-41A7-85E9-44FFBB8F55D2}"/>
              </c:ext>
            </c:extLst>
          </c:dPt>
          <c:dPt>
            <c:idx val="9"/>
            <c:invertIfNegative val="0"/>
            <c:bubble3D val="0"/>
            <c:spPr>
              <a:solidFill>
                <a:srgbClr val="F56D1B"/>
              </a:solidFill>
              <a:ln>
                <a:noFill/>
              </a:ln>
              <a:effectLst/>
            </c:spPr>
            <c:extLst>
              <c:ext xmlns:c16="http://schemas.microsoft.com/office/drawing/2014/chart" uri="{C3380CC4-5D6E-409C-BE32-E72D297353CC}">
                <c16:uniqueId val="{0000002E-A8BF-41A7-85E9-44FFBB8F55D2}"/>
              </c:ext>
            </c:extLst>
          </c:dPt>
          <c:dPt>
            <c:idx val="10"/>
            <c:invertIfNegative val="0"/>
            <c:bubble3D val="0"/>
            <c:spPr>
              <a:solidFill>
                <a:srgbClr val="2C2C2C"/>
              </a:solidFill>
              <a:ln>
                <a:noFill/>
              </a:ln>
              <a:effectLst/>
            </c:spPr>
            <c:extLst>
              <c:ext xmlns:c16="http://schemas.microsoft.com/office/drawing/2014/chart" uri="{C3380CC4-5D6E-409C-BE32-E72D297353CC}">
                <c16:uniqueId val="{00000030-A8BF-41A7-85E9-44FFBB8F55D2}"/>
              </c:ext>
            </c:extLst>
          </c:dPt>
          <c:dPt>
            <c:idx val="11"/>
            <c:invertIfNegative val="0"/>
            <c:bubble3D val="0"/>
            <c:spPr>
              <a:solidFill>
                <a:srgbClr val="F56D1B"/>
              </a:solidFill>
              <a:ln>
                <a:noFill/>
              </a:ln>
              <a:effectLst/>
            </c:spPr>
            <c:extLst>
              <c:ext xmlns:c16="http://schemas.microsoft.com/office/drawing/2014/chart" uri="{C3380CC4-5D6E-409C-BE32-E72D297353CC}">
                <c16:uniqueId val="{00000032-A8BF-41A7-85E9-44FFBB8F55D2}"/>
              </c:ext>
            </c:extLst>
          </c:dPt>
          <c:dPt>
            <c:idx val="12"/>
            <c:invertIfNegative val="0"/>
            <c:bubble3D val="0"/>
            <c:spPr>
              <a:solidFill>
                <a:srgbClr val="F56D1B"/>
              </a:solidFill>
              <a:ln>
                <a:noFill/>
              </a:ln>
              <a:effectLst/>
            </c:spPr>
            <c:extLst>
              <c:ext xmlns:c16="http://schemas.microsoft.com/office/drawing/2014/chart" uri="{C3380CC4-5D6E-409C-BE32-E72D297353CC}">
                <c16:uniqueId val="{00000034-A8BF-41A7-85E9-44FFBB8F55D2}"/>
              </c:ext>
            </c:extLst>
          </c:dPt>
          <c:dLbls>
            <c:dLbl>
              <c:idx val="1"/>
              <c:layout>
                <c:manualLayout>
                  <c:x val="-1.4172680384184799E-3"/>
                  <c:y val="-4.7685739710956798E-2"/>
                </c:manualLayout>
              </c:layout>
              <c:tx>
                <c:rich>
                  <a:bodyPr/>
                  <a:lstStyle/>
                  <a:p>
                    <a:r>
                      <a:rPr lang="en-US" sz="800">
                        <a:latin typeface="Open Sans Light"/>
                        <a:cs typeface="Open Sans Light"/>
                      </a:rPr>
                      <a:t>335</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E-A8BF-41A7-85E9-44FFBB8F55D2}"/>
                </c:ext>
              </c:extLst>
            </c:dLbl>
            <c:dLbl>
              <c:idx val="3"/>
              <c:tx>
                <c:rich>
                  <a:bodyPr/>
                  <a:lstStyle/>
                  <a:p>
                    <a:r>
                      <a:rPr lang="en-US" sz="800">
                        <a:latin typeface="Open Sans Light"/>
                        <a:cs typeface="Open Sans Light"/>
                      </a:rPr>
                      <a:t>(3,581)</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2-A8BF-41A7-85E9-44FFBB8F55D2}"/>
                </c:ext>
              </c:extLst>
            </c:dLbl>
            <c:dLbl>
              <c:idx val="4"/>
              <c:layout>
                <c:manualLayout>
                  <c:x val="0"/>
                  <c:y val="-4.03494720631173E-2"/>
                </c:manualLayout>
              </c:layout>
              <c:tx>
                <c:rich>
                  <a:bodyPr/>
                  <a:lstStyle/>
                  <a:p>
                    <a:r>
                      <a:rPr lang="en-US" sz="800">
                        <a:latin typeface="Open Sans Light"/>
                        <a:cs typeface="Open Sans Light"/>
                      </a:rPr>
                      <a:t>248</a:t>
                    </a:r>
                    <a:endParaRPr lang="en-US" sz="100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4-A8BF-41A7-85E9-44FFBB8F55D2}"/>
                </c:ext>
              </c:extLst>
            </c:dLbl>
            <c:dLbl>
              <c:idx val="5"/>
              <c:tx>
                <c:rich>
                  <a:bodyPr/>
                  <a:lstStyle/>
                  <a:p>
                    <a:r>
                      <a:rPr lang="en-US" dirty="0">
                        <a:solidFill>
                          <a:srgbClr val="FFFFFF"/>
                        </a:solidFill>
                        <a:latin typeface="Open Sans Light"/>
                        <a:cs typeface="Open Sans Light"/>
                      </a:rPr>
                      <a:t>726</a:t>
                    </a:r>
                    <a:endParaRPr lang="en-US" dirty="0">
                      <a:solidFill>
                        <a:srgbClr val="FFFFFF"/>
                      </a:solidFill>
                    </a:endParaRP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6-A8BF-41A7-85E9-44FFBB8F55D2}"/>
                </c:ext>
              </c:extLst>
            </c:dLbl>
            <c:dLbl>
              <c:idx val="6"/>
              <c:tx>
                <c:rich>
                  <a:bodyPr/>
                  <a:lstStyle/>
                  <a:p>
                    <a:r>
                      <a:rPr lang="en-US" dirty="0">
                        <a:solidFill>
                          <a:srgbClr val="FFFFFF"/>
                        </a:solidFill>
                        <a:latin typeface="Open Sans Light"/>
                        <a:cs typeface="Open Sans Light"/>
                      </a:rPr>
                      <a:t>420</a:t>
                    </a:r>
                    <a:endParaRPr lang="en-US" dirty="0">
                      <a:solidFill>
                        <a:srgbClr val="FFFFFF"/>
                      </a:solidFill>
                    </a:endParaRP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8-A8BF-41A7-85E9-44FFBB8F55D2}"/>
                </c:ext>
              </c:extLst>
            </c:dLbl>
            <c:dLbl>
              <c:idx val="7"/>
              <c:tx>
                <c:rich>
                  <a:bodyPr/>
                  <a:lstStyle/>
                  <a:p>
                    <a:r>
                      <a:rPr lang="en-US" dirty="0">
                        <a:solidFill>
                          <a:srgbClr val="FFFFFF"/>
                        </a:solidFill>
                        <a:latin typeface="Open Sans Light"/>
                        <a:cs typeface="Open Sans Light"/>
                      </a:rPr>
                      <a:t>1,486</a:t>
                    </a:r>
                    <a:endParaRPr lang="en-US" dirty="0">
                      <a:solidFill>
                        <a:srgbClr val="FFFFFF"/>
                      </a:solidFill>
                    </a:endParaRP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A-A8BF-41A7-85E9-44FFBB8F55D2}"/>
                </c:ext>
              </c:extLst>
            </c:dLbl>
            <c:dLbl>
              <c:idx val="8"/>
              <c:layout>
                <c:manualLayout>
                  <c:x val="-1.04060794994418E-16"/>
                  <c:y val="-2.9345070591358099E-2"/>
                </c:manualLayout>
              </c:layout>
              <c:tx>
                <c:rich>
                  <a:bodyPr/>
                  <a:lstStyle/>
                  <a:p>
                    <a:r>
                      <a:rPr lang="en-US" sz="800">
                        <a:latin typeface="Open Sans Light"/>
                        <a:cs typeface="Open Sans Light"/>
                      </a:rPr>
                      <a:t>166</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C-A8BF-41A7-85E9-44FFBB8F55D2}"/>
                </c:ext>
              </c:extLst>
            </c:dLbl>
            <c:dLbl>
              <c:idx val="9"/>
              <c:layout>
                <c:manualLayout>
                  <c:x val="0"/>
                  <c:y val="-2.9008295470201301E-2"/>
                </c:manualLayout>
              </c:layout>
              <c:tx>
                <c:rich>
                  <a:bodyPr/>
                  <a:lstStyle/>
                  <a:p>
                    <a:r>
                      <a:rPr lang="en-US" sz="800">
                        <a:latin typeface="Open Sans Light"/>
                        <a:cs typeface="Open Sans Light"/>
                      </a:rPr>
                      <a:t>165</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E-A8BF-41A7-85E9-44FFBB8F55D2}"/>
                </c:ext>
              </c:extLst>
            </c:dLbl>
            <c:dLbl>
              <c:idx val="10"/>
              <c:layout>
                <c:manualLayout>
                  <c:x val="1.04060794994418E-16"/>
                  <c:y val="-3.668133823919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0-A8BF-41A7-85E9-44FFBB8F55D2}"/>
                </c:ext>
              </c:extLst>
            </c:dLbl>
            <c:dLbl>
              <c:idx val="11"/>
              <c:layout>
                <c:manualLayout>
                  <c:x val="1.1617439368172299E-3"/>
                  <c:y val="3.16943308464924E-3"/>
                </c:manualLayout>
              </c:layout>
              <c:tx>
                <c:rich>
                  <a:bodyPr/>
                  <a:lstStyle/>
                  <a:p>
                    <a:r>
                      <a:rPr lang="en-US" sz="800" dirty="0">
                        <a:solidFill>
                          <a:schemeClr val="bg1"/>
                        </a:solidFill>
                        <a:latin typeface="Open Sans Light"/>
                        <a:cs typeface="Open Sans Light"/>
                      </a:rPr>
                      <a:t>1,092</a:t>
                    </a:r>
                    <a:endParaRPr lang="en-US" dirty="0">
                      <a:solidFill>
                        <a:schemeClr val="bg1"/>
                      </a:solidFill>
                    </a:endParaRP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32-A8BF-41A7-85E9-44FFBB8F55D2}"/>
                </c:ext>
              </c:extLst>
            </c:dLbl>
            <c:dLbl>
              <c:idx val="12"/>
              <c:tx>
                <c:rich>
                  <a:bodyPr/>
                  <a:lstStyle/>
                  <a:p>
                    <a:r>
                      <a:rPr lang="en-US" dirty="0">
                        <a:solidFill>
                          <a:srgbClr val="FFFFFF"/>
                        </a:solidFill>
                        <a:latin typeface="Open Sans Light"/>
                        <a:cs typeface="Open Sans Light"/>
                      </a:rPr>
                      <a:t>608</a:t>
                    </a:r>
                    <a:endParaRPr lang="en-US" dirty="0">
                      <a:solidFill>
                        <a:srgbClr val="FFFFFF"/>
                      </a:solidFill>
                    </a:endParaRP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34-A8BF-41A7-85E9-44FFBB8F55D2}"/>
                </c:ext>
              </c:extLst>
            </c:dLbl>
            <c:spPr>
              <a:noFill/>
              <a:ln>
                <a:noFill/>
              </a:ln>
              <a:effectLst/>
            </c:spPr>
            <c:txPr>
              <a:bodyPr/>
              <a:lstStyle/>
              <a:p>
                <a:pPr>
                  <a:defRPr>
                    <a:latin typeface="Open Sans Light"/>
                    <a:cs typeface="Open Sans Ligh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Blad1!$A$2:$A$15</c:f>
              <c:strCache>
                <c:ptCount val="14"/>
                <c:pt idx="0">
                  <c:v>Net debt 
31 December 2015</c:v>
                </c:pt>
                <c:pt idx="1">
                  <c:v>Warid 
net debt</c:v>
                </c:pt>
                <c:pt idx="2">
                  <c:v>Net debt 
31 December 2015, incl. Warid</c:v>
                </c:pt>
                <c:pt idx="3">
                  <c:v>EBITDA 
underlying</c:v>
                </c:pt>
                <c:pt idx="4">
                  <c:v>Change in working capital </c:v>
                </c:pt>
                <c:pt idx="5">
                  <c:v>Net interest</c:v>
                </c:pt>
                <c:pt idx="6">
                  <c:v>Taxes</c:v>
                </c:pt>
                <c:pt idx="7">
                  <c:v>Cash capex excl. licenses</c:v>
                </c:pt>
                <c:pt idx="8">
                  <c:v>Licenses </c:v>
                </c:pt>
                <c:pt idx="9">
                  <c:v>Dividend payments</c:v>
                </c:pt>
                <c:pt idx="10">
                  <c:v>Net debt before
exceptionals and FOREX </c:v>
                </c:pt>
                <c:pt idx="11">
                  <c:v>Exceptionals in FY16</c:v>
                </c:pt>
                <c:pt idx="12">
                  <c:v>FOREX and other</c:v>
                </c:pt>
                <c:pt idx="13">
                  <c:v>Net debt 
31 December
 2016</c:v>
                </c:pt>
              </c:strCache>
            </c:strRef>
          </c:cat>
          <c:val>
            <c:numRef>
              <c:f>Blad1!$C$2:$C$15</c:f>
              <c:numCache>
                <c:formatCode>_-* #,##0_-;\-* #,##0_-;_-* "-"??_-;_-@_-</c:formatCode>
                <c:ptCount val="14"/>
                <c:pt idx="1">
                  <c:v>335</c:v>
                </c:pt>
                <c:pt idx="3" formatCode="#,##0">
                  <c:v>3581</c:v>
                </c:pt>
                <c:pt idx="4" formatCode="#,##0">
                  <c:v>248</c:v>
                </c:pt>
                <c:pt idx="5" formatCode="#,##0">
                  <c:v>726</c:v>
                </c:pt>
                <c:pt idx="6" formatCode="#,##0">
                  <c:v>420</c:v>
                </c:pt>
                <c:pt idx="7" formatCode="#,##0">
                  <c:v>1486</c:v>
                </c:pt>
                <c:pt idx="8" formatCode="#,##0">
                  <c:v>166</c:v>
                </c:pt>
                <c:pt idx="9" formatCode="#,##0">
                  <c:v>164.77865877987361</c:v>
                </c:pt>
                <c:pt idx="11" formatCode="#,##0">
                  <c:v>1092</c:v>
                </c:pt>
                <c:pt idx="12" formatCode="#,##0">
                  <c:v>608</c:v>
                </c:pt>
              </c:numCache>
            </c:numRef>
          </c:val>
          <c:extLst>
            <c:ext xmlns:c16="http://schemas.microsoft.com/office/drawing/2014/chart" uri="{C3380CC4-5D6E-409C-BE32-E72D297353CC}">
              <c16:uniqueId val="{00000035-A8BF-41A7-85E9-44FFBB8F55D2}"/>
            </c:ext>
          </c:extLst>
        </c:ser>
        <c:dLbls>
          <c:showLegendKey val="0"/>
          <c:showVal val="0"/>
          <c:showCatName val="0"/>
          <c:showSerName val="0"/>
          <c:showPercent val="0"/>
          <c:showBubbleSize val="0"/>
        </c:dLbls>
        <c:gapWidth val="35"/>
        <c:overlap val="100"/>
        <c:axId val="2126947656"/>
        <c:axId val="2126917016"/>
      </c:barChart>
      <c:catAx>
        <c:axId val="2126947656"/>
        <c:scaling>
          <c:orientation val="minMax"/>
        </c:scaling>
        <c:delete val="0"/>
        <c:axPos val="b"/>
        <c:numFmt formatCode="General" sourceLinked="1"/>
        <c:majorTickMark val="none"/>
        <c:minorTickMark val="none"/>
        <c:tickLblPos val="nextTo"/>
        <c:spPr>
          <a:noFill/>
          <a:ln w="6350" cap="flat" cmpd="sng" algn="ctr">
            <a:solidFill>
              <a:srgbClr val="2C2C2C"/>
            </a:solidFill>
            <a:round/>
          </a:ln>
          <a:effectLst/>
        </c:spPr>
        <c:txPr>
          <a:bodyPr rot="-60000000" vert="horz"/>
          <a:lstStyle/>
          <a:p>
            <a:pPr>
              <a:defRPr sz="600">
                <a:latin typeface="Arial" panose="020B0604020202020204" pitchFamily="34" charset="0"/>
                <a:cs typeface="Arial" panose="020B0604020202020204" pitchFamily="34" charset="0"/>
              </a:defRPr>
            </a:pPr>
            <a:endParaRPr lang="en-US"/>
          </a:p>
        </c:txPr>
        <c:crossAx val="2126917016"/>
        <c:crosses val="autoZero"/>
        <c:auto val="1"/>
        <c:lblAlgn val="ctr"/>
        <c:lblOffset val="100"/>
        <c:noMultiLvlLbl val="0"/>
      </c:catAx>
      <c:valAx>
        <c:axId val="2126917016"/>
        <c:scaling>
          <c:orientation val="minMax"/>
        </c:scaling>
        <c:delete val="1"/>
        <c:axPos val="l"/>
        <c:numFmt formatCode="#,##0" sourceLinked="1"/>
        <c:majorTickMark val="none"/>
        <c:minorTickMark val="none"/>
        <c:tickLblPos val="nextTo"/>
        <c:crossAx val="2126947656"/>
        <c:crosses val="autoZero"/>
        <c:crossBetween val="between"/>
      </c:valAx>
      <c:spPr>
        <a:noFill/>
        <a:ln>
          <a:noFill/>
        </a:ln>
        <a:effectLst/>
      </c:spPr>
    </c:plotArea>
    <c:plotVisOnly val="1"/>
    <c:dispBlanksAs val="gap"/>
    <c:showDLblsOverMax val="0"/>
  </c:chart>
  <c:spPr>
    <a:noFill/>
    <a:ln>
      <a:noFill/>
    </a:ln>
    <a:effectLst/>
  </c:spPr>
  <c:txPr>
    <a:bodyPr/>
    <a:lstStyle/>
    <a:p>
      <a:pPr>
        <a:defRPr sz="800">
          <a:latin typeface="Arial"/>
          <a:cs typeface="Arial"/>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rgbClr val="F8A316"/>
              </a:solidFill>
              <a:ln w="19050">
                <a:solidFill>
                  <a:schemeClr val="lt1"/>
                </a:solidFill>
              </a:ln>
              <a:effectLst/>
            </c:spPr>
            <c:extLst>
              <c:ext xmlns:c16="http://schemas.microsoft.com/office/drawing/2014/chart" uri="{C3380CC4-5D6E-409C-BE32-E72D297353CC}">
                <c16:uniqueId val="{00000001-3BD8-482F-B926-EEFE693CB6E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BD8-482F-B926-EEFE693CB6EC}"/>
              </c:ext>
            </c:extLst>
          </c:dPt>
          <c:dLbls>
            <c:dLbl>
              <c:idx val="0"/>
              <c:layout>
                <c:manualLayout>
                  <c:x val="-0.24291550545478999"/>
                  <c:y val="-2.5783975470289301E-2"/>
                </c:manualLayout>
              </c:layout>
              <c:tx>
                <c:rich>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fld id="{94B23E71-A1CE-46BC-9FC9-122711B94EB6}" type="VALUE">
                      <a:rPr lang="en-US" sz="1400" b="1" i="0" kern="0">
                        <a:solidFill>
                          <a:schemeClr val="bg1"/>
                        </a:solidFill>
                        <a:latin typeface="Arial" panose="020B0604020202020204" pitchFamily="34" charset="0"/>
                        <a:cs typeface="Arial" panose="020B0604020202020204" pitchFamily="34" charset="0"/>
                      </a:rPr>
                      <a:pPr>
                        <a:defRPr sz="1400" b="1">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BD8-482F-B926-EEFE693CB6EC}"/>
                </c:ext>
              </c:extLst>
            </c:dLbl>
            <c:dLbl>
              <c:idx val="1"/>
              <c:layout>
                <c:manualLayout>
                  <c:x val="0.23999273816766201"/>
                  <c:y val="2.72506342571774E-2"/>
                </c:manualLayout>
              </c:layout>
              <c:tx>
                <c:rich>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fld id="{9C5636B3-F66B-45C8-951A-1264B0DF4E97}" type="VALUE">
                      <a:rPr lang="en-US" sz="1400" b="1">
                        <a:solidFill>
                          <a:schemeClr val="bg1"/>
                        </a:solidFill>
                        <a:latin typeface="Arial" panose="020B0604020202020204" pitchFamily="34" charset="0"/>
                        <a:cs typeface="Arial" panose="020B0604020202020204" pitchFamily="34" charset="0"/>
                      </a:rPr>
                      <a:pPr>
                        <a:defRPr sz="1400" b="1">
                          <a:solidFill>
                            <a:schemeClr val="bg1"/>
                          </a:solidFill>
                          <a:latin typeface="Arial" panose="020B0604020202020204" pitchFamily="34" charset="0"/>
                          <a:cs typeface="Arial" panose="020B0604020202020204" pitchFamily="34" charset="0"/>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BD8-482F-B926-EEFE693CB6EC}"/>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USD</c:v>
                </c:pt>
                <c:pt idx="1">
                  <c:v>Other</c:v>
                </c:pt>
              </c:strCache>
            </c:strRef>
          </c:cat>
          <c:val>
            <c:numRef>
              <c:f>Sheet1!$B$2:$B$3</c:f>
              <c:numCache>
                <c:formatCode>0%</c:formatCode>
                <c:ptCount val="2"/>
                <c:pt idx="0">
                  <c:v>0.52</c:v>
                </c:pt>
                <c:pt idx="1">
                  <c:v>0.48</c:v>
                </c:pt>
              </c:numCache>
            </c:numRef>
          </c:val>
          <c:extLst>
            <c:ext xmlns:c16="http://schemas.microsoft.com/office/drawing/2014/chart" uri="{C3380CC4-5D6E-409C-BE32-E72D297353CC}">
              <c16:uniqueId val="{00000004-3BD8-482F-B926-EEFE693CB6EC}"/>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4798373524847905E-4"/>
          <c:y val="5.34794914793962E-3"/>
          <c:w val="0.995634004715371"/>
          <c:h val="0.74774624487839303"/>
        </c:manualLayout>
      </c:layout>
      <c:barChart>
        <c:barDir val="col"/>
        <c:grouping val="stacked"/>
        <c:varyColors val="0"/>
        <c:ser>
          <c:idx val="0"/>
          <c:order val="0"/>
          <c:tx>
            <c:strRef>
              <c:f>Blad1!$B$1</c:f>
              <c:strCache>
                <c:ptCount val="1"/>
                <c:pt idx="0">
                  <c:v>Column1</c:v>
                </c:pt>
              </c:strCache>
            </c:strRef>
          </c:tx>
          <c:spPr>
            <a:solidFill>
              <a:schemeClr val="tx2"/>
            </a:solidFill>
            <a:ln>
              <a:noFill/>
            </a:ln>
            <a:effectLst/>
          </c:spPr>
          <c:invertIfNegative val="0"/>
          <c:dPt>
            <c:idx val="0"/>
            <c:invertIfNegative val="0"/>
            <c:bubble3D val="0"/>
            <c:spPr>
              <a:solidFill>
                <a:srgbClr val="F6A11B"/>
              </a:solidFill>
              <a:ln>
                <a:noFill/>
              </a:ln>
              <a:effectLst/>
            </c:spPr>
            <c:extLst>
              <c:ext xmlns:c16="http://schemas.microsoft.com/office/drawing/2014/chart" uri="{C3380CC4-5D6E-409C-BE32-E72D297353CC}">
                <c16:uniqueId val="{00000000-8C48-4842-92F8-032374376C6F}"/>
              </c:ext>
            </c:extLst>
          </c:dPt>
          <c:dPt>
            <c:idx val="1"/>
            <c:invertIfNegative val="0"/>
            <c:bubble3D val="0"/>
            <c:spPr>
              <a:solidFill>
                <a:srgbClr val="EC6D1E"/>
              </a:solidFill>
              <a:ln>
                <a:noFill/>
              </a:ln>
              <a:effectLst/>
            </c:spPr>
            <c:extLst>
              <c:ext xmlns:c16="http://schemas.microsoft.com/office/drawing/2014/chart" uri="{C3380CC4-5D6E-409C-BE32-E72D297353CC}">
                <c16:uniqueId val="{00000002-8C48-4842-92F8-032374376C6F}"/>
              </c:ext>
            </c:extLst>
          </c:dPt>
          <c:dLbls>
            <c:spPr>
              <a:noFill/>
              <a:ln>
                <a:noFill/>
              </a:ln>
              <a:effectLst/>
            </c:spPr>
            <c:txPr>
              <a:bodyPr/>
              <a:lstStyle/>
              <a:p>
                <a:pPr>
                  <a:defRPr sz="800">
                    <a:latin typeface="Open Sans Light"/>
                    <a:cs typeface="Open Sans Ligh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Blad1!$A$2:$A$3</c:f>
              <c:strCache>
                <c:ptCount val="2"/>
                <c:pt idx="0">
                  <c:v>4Q15</c:v>
                </c:pt>
                <c:pt idx="1">
                  <c:v>4Q16</c:v>
                </c:pt>
              </c:strCache>
            </c:strRef>
          </c:cat>
          <c:val>
            <c:numRef>
              <c:f>Blad1!$B$2:$B$3</c:f>
              <c:numCache>
                <c:formatCode>General</c:formatCode>
                <c:ptCount val="2"/>
                <c:pt idx="0">
                  <c:v>31.2</c:v>
                </c:pt>
                <c:pt idx="1">
                  <c:v>31.3</c:v>
                </c:pt>
              </c:numCache>
            </c:numRef>
          </c:val>
          <c:extLst>
            <c:ext xmlns:c16="http://schemas.microsoft.com/office/drawing/2014/chart" uri="{C3380CC4-5D6E-409C-BE32-E72D297353CC}">
              <c16:uniqueId val="{00000003-8C48-4842-92F8-032374376C6F}"/>
            </c:ext>
          </c:extLst>
        </c:ser>
        <c:dLbls>
          <c:showLegendKey val="0"/>
          <c:showVal val="0"/>
          <c:showCatName val="0"/>
          <c:showSerName val="0"/>
          <c:showPercent val="0"/>
          <c:showBubbleSize val="0"/>
        </c:dLbls>
        <c:gapWidth val="100"/>
        <c:overlap val="100"/>
        <c:axId val="-2125030664"/>
        <c:axId val="-2125009880"/>
      </c:barChart>
      <c:catAx>
        <c:axId val="-2125030664"/>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chemeClr val="tx1"/>
                </a:solidFill>
                <a:latin typeface="Open Sans Light"/>
                <a:ea typeface="+mn-ea"/>
                <a:cs typeface="Open Sans Light"/>
              </a:defRPr>
            </a:pPr>
            <a:endParaRPr lang="en-US"/>
          </a:p>
        </c:txPr>
        <c:crossAx val="-2125009880"/>
        <c:crosses val="autoZero"/>
        <c:auto val="1"/>
        <c:lblAlgn val="ctr"/>
        <c:lblOffset val="0"/>
        <c:noMultiLvlLbl val="0"/>
      </c:catAx>
      <c:valAx>
        <c:axId val="-2125009880"/>
        <c:scaling>
          <c:orientation val="minMax"/>
          <c:min val="0"/>
        </c:scaling>
        <c:delete val="1"/>
        <c:axPos val="l"/>
        <c:numFmt formatCode="General" sourceLinked="1"/>
        <c:majorTickMark val="out"/>
        <c:minorTickMark val="none"/>
        <c:tickLblPos val="nextTo"/>
        <c:crossAx val="-21250306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642013294340101E-2"/>
          <c:y val="4.9791991721190698E-2"/>
          <c:w val="0.96435798670565998"/>
          <c:h val="0.59499026997187998"/>
        </c:manualLayout>
      </c:layout>
      <c:barChart>
        <c:barDir val="col"/>
        <c:grouping val="stacked"/>
        <c:varyColors val="0"/>
        <c:ser>
          <c:idx val="0"/>
          <c:order val="0"/>
          <c:tx>
            <c:strRef>
              <c:f>Blad1!$B$1</c:f>
              <c:strCache>
                <c:ptCount val="1"/>
                <c:pt idx="0">
                  <c:v>Fixed-line</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0-F59C-4517-93BB-73B02F34D8DA}"/>
              </c:ext>
            </c:extLst>
          </c:dPt>
          <c:dPt>
            <c:idx val="1"/>
            <c:invertIfNegative val="0"/>
            <c:bubble3D val="0"/>
            <c:extLst>
              <c:ext xmlns:c16="http://schemas.microsoft.com/office/drawing/2014/chart" uri="{C3380CC4-5D6E-409C-BE32-E72D297353CC}">
                <c16:uniqueId val="{00000001-F59C-4517-93BB-73B02F34D8DA}"/>
              </c:ext>
            </c:extLst>
          </c:dPt>
          <c:dPt>
            <c:idx val="2"/>
            <c:invertIfNegative val="0"/>
            <c:bubble3D val="0"/>
            <c:extLst>
              <c:ext xmlns:c16="http://schemas.microsoft.com/office/drawing/2014/chart" uri="{C3380CC4-5D6E-409C-BE32-E72D297353CC}">
                <c16:uniqueId val="{00000002-F59C-4517-93BB-73B02F34D8DA}"/>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Blad1!$A$2:$A$3</c:f>
              <c:strCache>
                <c:ptCount val="2"/>
                <c:pt idx="0">
                  <c:v>4Q15</c:v>
                </c:pt>
                <c:pt idx="1">
                  <c:v>4Q16</c:v>
                </c:pt>
              </c:strCache>
            </c:strRef>
          </c:cat>
          <c:val>
            <c:numRef>
              <c:f>Blad1!$B$2:$B$3</c:f>
              <c:numCache>
                <c:formatCode>General</c:formatCode>
                <c:ptCount val="2"/>
                <c:pt idx="0">
                  <c:v>268</c:v>
                </c:pt>
                <c:pt idx="1">
                  <c:v>278</c:v>
                </c:pt>
              </c:numCache>
            </c:numRef>
          </c:val>
          <c:extLst>
            <c:ext xmlns:c16="http://schemas.microsoft.com/office/drawing/2014/chart" uri="{C3380CC4-5D6E-409C-BE32-E72D297353CC}">
              <c16:uniqueId val="{00000003-F59C-4517-93BB-73B02F34D8DA}"/>
            </c:ext>
          </c:extLst>
        </c:ser>
        <c:ser>
          <c:idx val="1"/>
          <c:order val="1"/>
          <c:tx>
            <c:strRef>
              <c:f>Blad1!$C$1</c:f>
              <c:strCache>
                <c:ptCount val="1"/>
                <c:pt idx="0">
                  <c:v>Mobile</c:v>
                </c:pt>
              </c:strCache>
            </c:strRef>
          </c:tx>
          <c:spPr>
            <a:solidFill>
              <a:schemeClr val="accent2">
                <a:lumMod val="40000"/>
                <a:lumOff val="60000"/>
              </a:schemeClr>
            </a:solidFill>
          </c:spPr>
          <c:invertIfNegative val="0"/>
          <c:dPt>
            <c:idx val="0"/>
            <c:invertIfNegative val="0"/>
            <c:bubble3D val="0"/>
            <c:spPr>
              <a:solidFill>
                <a:srgbClr val="F6A11B"/>
              </a:solidFill>
            </c:spPr>
            <c:extLst>
              <c:ext xmlns:c16="http://schemas.microsoft.com/office/drawing/2014/chart" uri="{C3380CC4-5D6E-409C-BE32-E72D297353CC}">
                <c16:uniqueId val="{00000009-F59C-4517-93BB-73B02F34D8DA}"/>
              </c:ext>
            </c:extLst>
          </c:dPt>
          <c:dPt>
            <c:idx val="1"/>
            <c:invertIfNegative val="0"/>
            <c:bubble3D val="0"/>
            <c:spPr>
              <a:solidFill>
                <a:srgbClr val="F36F1F"/>
              </a:solidFill>
            </c:spPr>
            <c:extLst>
              <c:ext xmlns:c16="http://schemas.microsoft.com/office/drawing/2014/chart" uri="{C3380CC4-5D6E-409C-BE32-E72D297353CC}">
                <c16:uniqueId val="{00000005-F59C-4517-93BB-73B02F34D8DA}"/>
              </c:ext>
            </c:extLst>
          </c:dPt>
          <c:dPt>
            <c:idx val="2"/>
            <c:invertIfNegative val="0"/>
            <c:bubble3D val="0"/>
            <c:spPr>
              <a:solidFill>
                <a:srgbClr val="FFC000"/>
              </a:solidFill>
            </c:spPr>
            <c:extLst>
              <c:ext xmlns:c16="http://schemas.microsoft.com/office/drawing/2014/chart" uri="{C3380CC4-5D6E-409C-BE32-E72D297353CC}">
                <c16:uniqueId val="{00000007-F59C-4517-93BB-73B02F34D8DA}"/>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Blad1!$A$2:$A$3</c:f>
              <c:strCache>
                <c:ptCount val="2"/>
                <c:pt idx="0">
                  <c:v>4Q15</c:v>
                </c:pt>
                <c:pt idx="1">
                  <c:v>4Q16</c:v>
                </c:pt>
              </c:strCache>
            </c:strRef>
          </c:cat>
          <c:val>
            <c:numRef>
              <c:f>Blad1!$C$2:$C$3</c:f>
              <c:numCache>
                <c:formatCode>General</c:formatCode>
                <c:ptCount val="2"/>
                <c:pt idx="0">
                  <c:v>1091</c:v>
                </c:pt>
                <c:pt idx="1">
                  <c:v>1110</c:v>
                </c:pt>
              </c:numCache>
            </c:numRef>
          </c:val>
          <c:extLst>
            <c:ext xmlns:c16="http://schemas.microsoft.com/office/drawing/2014/chart" uri="{C3380CC4-5D6E-409C-BE32-E72D297353CC}">
              <c16:uniqueId val="{00000008-F59C-4517-93BB-73B02F34D8DA}"/>
            </c:ext>
          </c:extLst>
        </c:ser>
        <c:dLbls>
          <c:showLegendKey val="0"/>
          <c:showVal val="0"/>
          <c:showCatName val="0"/>
          <c:showSerName val="0"/>
          <c:showPercent val="0"/>
          <c:showBubbleSize val="0"/>
        </c:dLbls>
        <c:gapWidth val="80"/>
        <c:overlap val="100"/>
        <c:axId val="2132219240"/>
        <c:axId val="2142245944"/>
      </c:barChart>
      <c:catAx>
        <c:axId val="2132219240"/>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vert="horz"/>
          <a:lstStyle/>
          <a:p>
            <a:pPr>
              <a:defRPr/>
            </a:pPr>
            <a:endParaRPr lang="en-US"/>
          </a:p>
        </c:txPr>
        <c:crossAx val="2142245944"/>
        <c:crosses val="autoZero"/>
        <c:auto val="1"/>
        <c:lblAlgn val="ctr"/>
        <c:lblOffset val="0"/>
        <c:noMultiLvlLbl val="0"/>
      </c:catAx>
      <c:valAx>
        <c:axId val="2142245944"/>
        <c:scaling>
          <c:orientation val="minMax"/>
        </c:scaling>
        <c:delete val="1"/>
        <c:axPos val="l"/>
        <c:numFmt formatCode="General" sourceLinked="1"/>
        <c:majorTickMark val="out"/>
        <c:minorTickMark val="none"/>
        <c:tickLblPos val="nextTo"/>
        <c:crossAx val="2132219240"/>
        <c:crosses val="autoZero"/>
        <c:crossBetween val="between"/>
      </c:valAx>
      <c:spPr>
        <a:noFill/>
        <a:ln>
          <a:noFill/>
        </a:ln>
        <a:effectLst/>
      </c:spPr>
    </c:plotArea>
    <c:legend>
      <c:legendPos val="b"/>
      <c:layout>
        <c:manualLayout>
          <c:xMode val="edge"/>
          <c:yMode val="edge"/>
          <c:x val="2.8796746329757101E-3"/>
          <c:y val="0.77723728605372699"/>
          <c:w val="0.47624049923794098"/>
          <c:h val="0.125732793350953"/>
        </c:manualLayout>
      </c:layout>
      <c:overlay val="0"/>
      <c:txPr>
        <a:bodyPr/>
        <a:lstStyle/>
        <a:p>
          <a:pPr algn="l">
            <a:defRPr/>
          </a:pPr>
          <a:endParaRPr lang="en-US"/>
        </a:p>
      </c:txPr>
    </c:legend>
    <c:plotVisOnly val="1"/>
    <c:dispBlanksAs val="gap"/>
    <c:showDLblsOverMax val="0"/>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592064512145502E-2"/>
          <c:y val="0.23866965021028799"/>
          <c:w val="0.91994437902639203"/>
          <c:h val="0.53115462766329902"/>
        </c:manualLayout>
      </c:layout>
      <c:barChart>
        <c:barDir val="col"/>
        <c:grouping val="clustered"/>
        <c:varyColors val="0"/>
        <c:ser>
          <c:idx val="0"/>
          <c:order val="0"/>
          <c:tx>
            <c:strRef>
              <c:f>Blad1!$B$1</c:f>
              <c:strCache>
                <c:ptCount val="1"/>
                <c:pt idx="0">
                  <c:v>Column1</c:v>
                </c:pt>
              </c:strCache>
            </c:strRef>
          </c:tx>
          <c:spPr>
            <a:solidFill>
              <a:srgbClr val="F6A11B"/>
            </a:solidFill>
            <a:ln>
              <a:noFill/>
            </a:ln>
            <a:effectLst/>
          </c:spPr>
          <c:invertIfNegative val="0"/>
          <c:dPt>
            <c:idx val="0"/>
            <c:invertIfNegative val="0"/>
            <c:bubble3D val="0"/>
            <c:extLst>
              <c:ext xmlns:c16="http://schemas.microsoft.com/office/drawing/2014/chart" uri="{C3380CC4-5D6E-409C-BE32-E72D297353CC}">
                <c16:uniqueId val="{00000001-584F-4F6C-94DE-ED9583604BC8}"/>
              </c:ext>
            </c:extLst>
          </c:dPt>
          <c:dPt>
            <c:idx val="1"/>
            <c:invertIfNegative val="0"/>
            <c:bubble3D val="0"/>
            <c:extLst>
              <c:ext xmlns:c16="http://schemas.microsoft.com/office/drawing/2014/chart" uri="{C3380CC4-5D6E-409C-BE32-E72D297353CC}">
                <c16:uniqueId val="{00000003-584F-4F6C-94DE-ED9583604BC8}"/>
              </c:ext>
            </c:extLst>
          </c:dPt>
          <c:dPt>
            <c:idx val="2"/>
            <c:invertIfNegative val="0"/>
            <c:bubble3D val="0"/>
            <c:extLst>
              <c:ext xmlns:c16="http://schemas.microsoft.com/office/drawing/2014/chart" uri="{C3380CC4-5D6E-409C-BE32-E72D297353CC}">
                <c16:uniqueId val="{00000005-584F-4F6C-94DE-ED9583604BC8}"/>
              </c:ext>
            </c:extLst>
          </c:dPt>
          <c:dLbls>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Blad1!$A$2:$A$3</c:f>
              <c:strCache>
                <c:ptCount val="2"/>
                <c:pt idx="0">
                  <c:v>4Q15</c:v>
                </c:pt>
                <c:pt idx="1">
                  <c:v>4Q16</c:v>
                </c:pt>
              </c:strCache>
            </c:strRef>
          </c:cat>
          <c:val>
            <c:numRef>
              <c:f>Blad1!$B$2:$B$3</c:f>
              <c:numCache>
                <c:formatCode>#,##0;\-#,##0</c:formatCode>
                <c:ptCount val="2"/>
                <c:pt idx="0">
                  <c:v>550</c:v>
                </c:pt>
                <c:pt idx="1">
                  <c:v>551</c:v>
                </c:pt>
              </c:numCache>
            </c:numRef>
          </c:val>
          <c:extLst>
            <c:ext xmlns:c16="http://schemas.microsoft.com/office/drawing/2014/chart" uri="{C3380CC4-5D6E-409C-BE32-E72D297353CC}">
              <c16:uniqueId val="{00000006-584F-4F6C-94DE-ED9583604BC8}"/>
            </c:ext>
          </c:extLst>
        </c:ser>
        <c:dLbls>
          <c:showLegendKey val="0"/>
          <c:showVal val="0"/>
          <c:showCatName val="0"/>
          <c:showSerName val="0"/>
          <c:showPercent val="0"/>
          <c:showBubbleSize val="0"/>
        </c:dLbls>
        <c:gapWidth val="80"/>
        <c:axId val="2127046232"/>
        <c:axId val="2127134600"/>
      </c:barChart>
      <c:catAx>
        <c:axId val="2127046232"/>
        <c:scaling>
          <c:orientation val="minMax"/>
        </c:scaling>
        <c:delete val="0"/>
        <c:axPos val="b"/>
        <c:numFmt formatCode="General" sourceLinked="1"/>
        <c:majorTickMark val="none"/>
        <c:minorTickMark val="none"/>
        <c:tickLblPos val="nextTo"/>
        <c:spPr>
          <a:noFill/>
          <a:ln w="6350" cap="flat" cmpd="sng" algn="ctr">
            <a:solidFill>
              <a:schemeClr val="tx1"/>
            </a:solidFill>
            <a:round/>
          </a:ln>
          <a:effectLst/>
        </c:spPr>
        <c:txPr>
          <a:bodyPr rot="-60000000" vert="horz"/>
          <a:lstStyle/>
          <a:p>
            <a:pPr>
              <a:defRPr/>
            </a:pPr>
            <a:endParaRPr lang="en-US"/>
          </a:p>
        </c:txPr>
        <c:crossAx val="2127134600"/>
        <c:crosses val="autoZero"/>
        <c:auto val="1"/>
        <c:lblAlgn val="ctr"/>
        <c:lblOffset val="0"/>
        <c:noMultiLvlLbl val="0"/>
      </c:catAx>
      <c:valAx>
        <c:axId val="2127134600"/>
        <c:scaling>
          <c:orientation val="minMax"/>
          <c:max val="600"/>
          <c:min val="0"/>
        </c:scaling>
        <c:delete val="1"/>
        <c:axPos val="l"/>
        <c:numFmt formatCode="#,##0;\-#,##0" sourceLinked="1"/>
        <c:majorTickMark val="out"/>
        <c:minorTickMark val="none"/>
        <c:tickLblPos val="nextTo"/>
        <c:crossAx val="2127046232"/>
        <c:crosses val="autoZero"/>
        <c:crossBetween val="between"/>
        <c:majorUnit val="20"/>
      </c:valAx>
      <c:spPr>
        <a:noFill/>
        <a:ln>
          <a:noFill/>
        </a:ln>
        <a:effectLst/>
      </c:spPr>
    </c:plotArea>
    <c:plotVisOnly val="1"/>
    <c:dispBlanksAs val="gap"/>
    <c:showDLblsOverMax val="0"/>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8702958624312002E-2"/>
          <c:y val="0.18902335409923199"/>
          <c:w val="0.95129704137568805"/>
          <c:h val="0.58080200405085802"/>
        </c:manualLayout>
      </c:layout>
      <c:barChart>
        <c:barDir val="col"/>
        <c:grouping val="clustered"/>
        <c:varyColors val="0"/>
        <c:ser>
          <c:idx val="0"/>
          <c:order val="0"/>
          <c:tx>
            <c:strRef>
              <c:f>Blad1!$B$1</c:f>
              <c:strCache>
                <c:ptCount val="1"/>
                <c:pt idx="0">
                  <c:v>Column1</c:v>
                </c:pt>
              </c:strCache>
            </c:strRef>
          </c:tx>
          <c:spPr>
            <a:solidFill>
              <a:schemeClr val="accent2"/>
            </a:solidFill>
            <a:ln>
              <a:noFill/>
            </a:ln>
            <a:effectLst/>
          </c:spPr>
          <c:invertIfNegative val="0"/>
          <c:dPt>
            <c:idx val="0"/>
            <c:invertIfNegative val="0"/>
            <c:bubble3D val="0"/>
            <c:spPr>
              <a:solidFill>
                <a:srgbClr val="F6A413"/>
              </a:solidFill>
              <a:ln>
                <a:noFill/>
              </a:ln>
              <a:effectLst/>
            </c:spPr>
            <c:extLst>
              <c:ext xmlns:c16="http://schemas.microsoft.com/office/drawing/2014/chart" uri="{C3380CC4-5D6E-409C-BE32-E72D297353CC}">
                <c16:uniqueId val="{00000001-60E6-44AC-9923-62BB367C2A98}"/>
              </c:ext>
            </c:extLst>
          </c:dPt>
          <c:dPt>
            <c:idx val="1"/>
            <c:invertIfNegative val="0"/>
            <c:bubble3D val="0"/>
            <c:spPr>
              <a:solidFill>
                <a:srgbClr val="F46C1F"/>
              </a:solidFill>
              <a:ln>
                <a:noFill/>
              </a:ln>
              <a:effectLst/>
            </c:spPr>
            <c:extLst>
              <c:ext xmlns:c16="http://schemas.microsoft.com/office/drawing/2014/chart" uri="{C3380CC4-5D6E-409C-BE32-E72D297353CC}">
                <c16:uniqueId val="{00000003-60E6-44AC-9923-62BB367C2A98}"/>
              </c:ext>
            </c:extLst>
          </c:dPt>
          <c:dLbls>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Blad1!$A$2:$A$3</c:f>
              <c:strCache>
                <c:ptCount val="2"/>
                <c:pt idx="0">
                  <c:v>4Q15</c:v>
                </c:pt>
                <c:pt idx="1">
                  <c:v>4Q16</c:v>
                </c:pt>
              </c:strCache>
            </c:strRef>
          </c:cat>
          <c:val>
            <c:numRef>
              <c:f>Blad1!$B$2:$B$3</c:f>
              <c:numCache>
                <c:formatCode>0.0</c:formatCode>
                <c:ptCount val="2"/>
                <c:pt idx="0" formatCode="General">
                  <c:v>360</c:v>
                </c:pt>
                <c:pt idx="1">
                  <c:v>404</c:v>
                </c:pt>
              </c:numCache>
            </c:numRef>
          </c:val>
          <c:extLst>
            <c:ext xmlns:c16="http://schemas.microsoft.com/office/drawing/2014/chart" uri="{C3380CC4-5D6E-409C-BE32-E72D297353CC}">
              <c16:uniqueId val="{00000004-60E6-44AC-9923-62BB367C2A98}"/>
            </c:ext>
          </c:extLst>
        </c:ser>
        <c:dLbls>
          <c:showLegendKey val="0"/>
          <c:showVal val="0"/>
          <c:showCatName val="0"/>
          <c:showSerName val="0"/>
          <c:showPercent val="0"/>
          <c:showBubbleSize val="0"/>
        </c:dLbls>
        <c:gapWidth val="125"/>
        <c:axId val="2129218168"/>
        <c:axId val="2129221704"/>
      </c:barChart>
      <c:catAx>
        <c:axId val="2129218168"/>
        <c:scaling>
          <c:orientation val="minMax"/>
        </c:scaling>
        <c:delete val="0"/>
        <c:axPos val="b"/>
        <c:numFmt formatCode="General" sourceLinked="1"/>
        <c:majorTickMark val="none"/>
        <c:minorTickMark val="none"/>
        <c:tickLblPos val="nextTo"/>
        <c:spPr>
          <a:noFill/>
          <a:ln w="6350" cap="flat" cmpd="sng" algn="ctr">
            <a:solidFill>
              <a:srgbClr val="2B2B2B"/>
            </a:solidFill>
            <a:round/>
          </a:ln>
          <a:effectLst/>
        </c:spPr>
        <c:txPr>
          <a:bodyPr rot="-60000000" vert="horz"/>
          <a:lstStyle/>
          <a:p>
            <a:pPr>
              <a:defRPr/>
            </a:pPr>
            <a:endParaRPr lang="en-US"/>
          </a:p>
        </c:txPr>
        <c:crossAx val="2129221704"/>
        <c:crosses val="autoZero"/>
        <c:auto val="1"/>
        <c:lblAlgn val="ctr"/>
        <c:lblOffset val="0"/>
        <c:noMultiLvlLbl val="0"/>
      </c:catAx>
      <c:valAx>
        <c:axId val="2129221704"/>
        <c:scaling>
          <c:orientation val="minMax"/>
          <c:max val="600"/>
          <c:min val="0"/>
        </c:scaling>
        <c:delete val="1"/>
        <c:axPos val="l"/>
        <c:numFmt formatCode="General" sourceLinked="1"/>
        <c:majorTickMark val="out"/>
        <c:minorTickMark val="none"/>
        <c:tickLblPos val="nextTo"/>
        <c:crossAx val="2129218168"/>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D72F7E-3FB8-4B15-8770-DB7744E71362}" type="datetimeFigureOut">
              <a:rPr lang="en-US" smtClean="0"/>
              <a:t>6/29/2026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74B5CC-7045-4DD2-BB49-618F2A6B02AB}" type="slidenum">
              <a:rPr lang="en-US" smtClean="0"/>
              <a:t>‹#›</a:t>
            </a:fld>
            <a:endParaRPr lang="en-US"/>
          </a:p>
        </p:txBody>
      </p:sp>
    </p:spTree>
    <p:extLst>
      <p:ext uri="{BB962C8B-B14F-4D97-AF65-F5344CB8AC3E}">
        <p14:creationId xmlns:p14="http://schemas.microsoft.com/office/powerpoint/2010/main" val="183857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74B5CC-7045-4DD2-BB49-618F2A6B02AB}" type="slidenum">
              <a:rPr lang="en-US" smtClean="0"/>
              <a:t>1</a:t>
            </a:fld>
            <a:endParaRPr lang="en-US"/>
          </a:p>
        </p:txBody>
      </p:sp>
    </p:spTree>
    <p:extLst>
      <p:ext uri="{BB962C8B-B14F-4D97-AF65-F5344CB8AC3E}">
        <p14:creationId xmlns:p14="http://schemas.microsoft.com/office/powerpoint/2010/main" val="706437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74B5CC-7045-4DD2-BB49-618F2A6B02AB}" type="slidenum">
              <a:rPr lang="en-US" smtClean="0"/>
              <a:t>11</a:t>
            </a:fld>
            <a:endParaRPr lang="en-US"/>
          </a:p>
        </p:txBody>
      </p:sp>
    </p:spTree>
    <p:extLst>
      <p:ext uri="{BB962C8B-B14F-4D97-AF65-F5344CB8AC3E}">
        <p14:creationId xmlns:p14="http://schemas.microsoft.com/office/powerpoint/2010/main" val="35962160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4AD009-EE12-FE94-5D93-0557C0D9AEA3}"/>
              </a:ext>
            </a:extLst>
          </p:cNvPr>
          <p:cNvSpPr>
            <a:spLocks noGrp="1"/>
          </p:cNvSpPr>
          <p:nvPr>
            <p:ph type="subTitle" idx="1" hasCustomPrompt="1"/>
          </p:nvPr>
        </p:nvSpPr>
        <p:spPr>
          <a:xfrm>
            <a:off x="1524000" y="4280911"/>
            <a:ext cx="9144000" cy="365125"/>
          </a:xfrm>
        </p:spPr>
        <p:txBody>
          <a:bodyPr>
            <a:no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lgn="ctr"/>
            <a:r>
              <a:rPr lang="en-US" sz="2400" dirty="0">
                <a:solidFill>
                  <a:srgbClr val="F26E21"/>
                </a:solidFill>
                <a:latin typeface="Poppins" panose="00000500000000000000" pitchFamily="2" charset="0"/>
                <a:cs typeface="Poppins" panose="00000500000000000000" pitchFamily="2" charset="0"/>
              </a:rPr>
              <a:t>DOCUMENT TITLE SET ACROSS 1 OR 2 LINES</a:t>
            </a:r>
            <a:br>
              <a:rPr lang="en-US" sz="2400" dirty="0">
                <a:solidFill>
                  <a:srgbClr val="F26E21"/>
                </a:solidFill>
                <a:latin typeface="Poppins" panose="00000500000000000000" pitchFamily="2" charset="0"/>
                <a:cs typeface="Poppins" panose="00000500000000000000" pitchFamily="2" charset="0"/>
              </a:rPr>
            </a:br>
            <a:endParaRPr lang="en-US" sz="2400" dirty="0">
              <a:solidFill>
                <a:srgbClr val="F26E21"/>
              </a:solidFill>
              <a:latin typeface="Poppins" panose="00000500000000000000" pitchFamily="2" charset="0"/>
              <a:cs typeface="Poppins" panose="00000500000000000000" pitchFamily="2" charset="0"/>
            </a:endParaRPr>
          </a:p>
        </p:txBody>
      </p:sp>
      <p:sp>
        <p:nvSpPr>
          <p:cNvPr id="4" name="Date Placeholder 3">
            <a:extLst>
              <a:ext uri="{FF2B5EF4-FFF2-40B4-BE49-F238E27FC236}">
                <a16:creationId xmlns:a16="http://schemas.microsoft.com/office/drawing/2014/main" id="{F0981B7F-E5AA-AB3F-E328-59C077457DB2}"/>
              </a:ext>
            </a:extLst>
          </p:cNvPr>
          <p:cNvSpPr>
            <a:spLocks noGrp="1"/>
          </p:cNvSpPr>
          <p:nvPr>
            <p:ph type="dt" sz="half" idx="10"/>
          </p:nvPr>
        </p:nvSpPr>
        <p:spPr/>
        <p:txBody>
          <a:bodyPr/>
          <a:lstStyle/>
          <a:p>
            <a:fld id="{3EAF9016-B4C6-493F-9865-4D60D3B1F83F}" type="datetimeFigureOut">
              <a:rPr lang="en-US" smtClean="0"/>
              <a:t>6/29/2026</a:t>
            </a:fld>
            <a:endParaRPr lang="en-US"/>
          </a:p>
        </p:txBody>
      </p:sp>
      <p:sp>
        <p:nvSpPr>
          <p:cNvPr id="5" name="Footer Placeholder 4">
            <a:extLst>
              <a:ext uri="{FF2B5EF4-FFF2-40B4-BE49-F238E27FC236}">
                <a16:creationId xmlns:a16="http://schemas.microsoft.com/office/drawing/2014/main" id="{37998D3E-9C84-73D2-2BFA-639115CD46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AD75C0-8A63-0A02-23DD-54991BD6F8C6}"/>
              </a:ext>
            </a:extLst>
          </p:cNvPr>
          <p:cNvSpPr>
            <a:spLocks noGrp="1"/>
          </p:cNvSpPr>
          <p:nvPr>
            <p:ph type="sldNum" sz="quarter" idx="12"/>
          </p:nvPr>
        </p:nvSpPr>
        <p:spPr/>
        <p:txBody>
          <a:bodyPr/>
          <a:lstStyle/>
          <a:p>
            <a:fld id="{C248E682-AC4A-46D0-B01D-A0C6A4918323}" type="slidenum">
              <a:rPr lang="en-US" smtClean="0"/>
              <a:t>‹#›</a:t>
            </a:fld>
            <a:endParaRPr lang="en-US"/>
          </a:p>
        </p:txBody>
      </p:sp>
      <p:pic>
        <p:nvPicPr>
          <p:cNvPr id="9" name="Graphic 8">
            <a:extLst>
              <a:ext uri="{FF2B5EF4-FFF2-40B4-BE49-F238E27FC236}">
                <a16:creationId xmlns:a16="http://schemas.microsoft.com/office/drawing/2014/main" id="{7086AA1D-3020-7F84-40A0-B016376B28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88998" y="1648910"/>
            <a:ext cx="3014003" cy="2285563"/>
          </a:xfrm>
          <a:prstGeom prst="rect">
            <a:avLst/>
          </a:prstGeom>
        </p:spPr>
      </p:pic>
    </p:spTree>
    <p:extLst>
      <p:ext uri="{BB962C8B-B14F-4D97-AF65-F5344CB8AC3E}">
        <p14:creationId xmlns:p14="http://schemas.microsoft.com/office/powerpoint/2010/main" val="3592878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FB116-5002-9270-4796-8282BB19CA54}"/>
              </a:ext>
            </a:extLst>
          </p:cNvPr>
          <p:cNvSpPr>
            <a:spLocks noGrp="1"/>
          </p:cNvSpPr>
          <p:nvPr>
            <p:ph type="title" hasCustomPrompt="1"/>
          </p:nvPr>
        </p:nvSpPr>
        <p:spPr>
          <a:xfrm>
            <a:off x="838200" y="365125"/>
            <a:ext cx="9756913" cy="1048039"/>
          </a:xfrm>
        </p:spPr>
        <p:txBody>
          <a:bodyPr/>
          <a:lstStyle>
            <a:lvl1pPr>
              <a:defRPr sz="3500"/>
            </a:lvl1pPr>
          </a:lstStyle>
          <a:p>
            <a:r>
              <a:rPr lang="en-US" dirty="0"/>
              <a:t>Section Title Set </a:t>
            </a:r>
            <a:br>
              <a:rPr lang="en-US" dirty="0"/>
            </a:br>
            <a:r>
              <a:rPr lang="en-US" dirty="0"/>
              <a:t>Across 1 or 2 Lines </a:t>
            </a:r>
          </a:p>
        </p:txBody>
      </p:sp>
      <p:sp>
        <p:nvSpPr>
          <p:cNvPr id="4" name="Date Placeholder 3">
            <a:extLst>
              <a:ext uri="{FF2B5EF4-FFF2-40B4-BE49-F238E27FC236}">
                <a16:creationId xmlns:a16="http://schemas.microsoft.com/office/drawing/2014/main" id="{D65168CA-A40D-C62F-D735-703555AB4485}"/>
              </a:ext>
            </a:extLst>
          </p:cNvPr>
          <p:cNvSpPr>
            <a:spLocks noGrp="1"/>
          </p:cNvSpPr>
          <p:nvPr>
            <p:ph type="dt" sz="half" idx="10"/>
          </p:nvPr>
        </p:nvSpPr>
        <p:spPr/>
        <p:txBody>
          <a:bodyPr/>
          <a:lstStyle>
            <a:lvl1pPr>
              <a:defRPr/>
            </a:lvl1pPr>
          </a:lstStyle>
          <a:p>
            <a:r>
              <a:rPr lang="en-US" dirty="0"/>
              <a:t>Presentation Title: </a:t>
            </a:r>
          </a:p>
        </p:txBody>
      </p:sp>
      <p:sp>
        <p:nvSpPr>
          <p:cNvPr id="10" name="Text Placeholder 9">
            <a:extLst>
              <a:ext uri="{FF2B5EF4-FFF2-40B4-BE49-F238E27FC236}">
                <a16:creationId xmlns:a16="http://schemas.microsoft.com/office/drawing/2014/main" id="{08C349F1-E9C1-1676-048C-8D73D1F24C5B}"/>
              </a:ext>
            </a:extLst>
          </p:cNvPr>
          <p:cNvSpPr>
            <a:spLocks noGrp="1"/>
          </p:cNvSpPr>
          <p:nvPr>
            <p:ph type="body" sz="quarter" idx="13" hasCustomPrompt="1"/>
          </p:nvPr>
        </p:nvSpPr>
        <p:spPr>
          <a:xfrm>
            <a:off x="3449638" y="1825625"/>
            <a:ext cx="3782435" cy="4351338"/>
          </a:xfrm>
        </p:spPr>
        <p:txBody>
          <a:bodyPr>
            <a:normAutofit/>
          </a:bodyPr>
          <a:lstStyle>
            <a:lvl1pPr>
              <a:buNone/>
              <a:defRPr sz="1600" b="0"/>
            </a:lvl1pPr>
          </a:lstStyle>
          <a:p>
            <a:pPr lvl="0"/>
            <a:r>
              <a:rPr lang="en-US" dirty="0"/>
              <a:t>Section Title</a:t>
            </a:r>
          </a:p>
          <a:p>
            <a:pPr lvl="0"/>
            <a:endParaRPr lang="en-US" dirty="0"/>
          </a:p>
          <a:p>
            <a:pPr lvl="0"/>
            <a:r>
              <a:rPr lang="en-US" dirty="0"/>
              <a:t>01. Introduction</a:t>
            </a:r>
          </a:p>
          <a:p>
            <a:pPr lvl="0"/>
            <a:r>
              <a:rPr lang="en-US" dirty="0"/>
              <a:t>02. lorem ipsum</a:t>
            </a:r>
          </a:p>
          <a:p>
            <a:pPr lvl="0"/>
            <a:r>
              <a:rPr lang="en-US" dirty="0"/>
              <a:t>03. lorem ipsum</a:t>
            </a:r>
          </a:p>
          <a:p>
            <a:pPr lvl="0"/>
            <a:r>
              <a:rPr lang="en-US" dirty="0"/>
              <a:t>04. lorem ipsum</a:t>
            </a:r>
          </a:p>
          <a:p>
            <a:pPr lvl="0"/>
            <a:r>
              <a:rPr lang="en-US" dirty="0"/>
              <a:t>05. lorem ipsum</a:t>
            </a:r>
          </a:p>
          <a:p>
            <a:pPr lvl="0"/>
            <a:r>
              <a:rPr lang="en-US" dirty="0"/>
              <a:t>06. lorem ipsum</a:t>
            </a:r>
          </a:p>
          <a:p>
            <a:pPr lvl="0"/>
            <a:endParaRPr lang="en-US" dirty="0"/>
          </a:p>
        </p:txBody>
      </p:sp>
      <p:sp>
        <p:nvSpPr>
          <p:cNvPr id="11" name="Text Placeholder 9">
            <a:extLst>
              <a:ext uri="{FF2B5EF4-FFF2-40B4-BE49-F238E27FC236}">
                <a16:creationId xmlns:a16="http://schemas.microsoft.com/office/drawing/2014/main" id="{5A929F8B-157F-609C-3BCC-906E1C3C30BE}"/>
              </a:ext>
            </a:extLst>
          </p:cNvPr>
          <p:cNvSpPr>
            <a:spLocks noGrp="1"/>
          </p:cNvSpPr>
          <p:nvPr>
            <p:ph type="body" sz="quarter" idx="14" hasCustomPrompt="1"/>
          </p:nvPr>
        </p:nvSpPr>
        <p:spPr>
          <a:xfrm>
            <a:off x="7716838" y="1822450"/>
            <a:ext cx="3636962" cy="4351338"/>
          </a:xfrm>
        </p:spPr>
        <p:txBody>
          <a:bodyPr>
            <a:normAutofit/>
          </a:bodyPr>
          <a:lstStyle>
            <a:lvl1pPr>
              <a:buNone/>
              <a:defRPr sz="1600"/>
            </a:lvl1pPr>
          </a:lstStyle>
          <a:p>
            <a:pPr lvl="0"/>
            <a:r>
              <a:rPr lang="en-US" dirty="0"/>
              <a:t>Section Title</a:t>
            </a:r>
          </a:p>
          <a:p>
            <a:pPr lvl="0"/>
            <a:endParaRPr lang="en-US" dirty="0"/>
          </a:p>
          <a:p>
            <a:pPr lvl="0"/>
            <a:r>
              <a:rPr lang="en-US" dirty="0"/>
              <a:t>01. Introduction</a:t>
            </a:r>
          </a:p>
          <a:p>
            <a:pPr lvl="0"/>
            <a:r>
              <a:rPr lang="en-US" dirty="0"/>
              <a:t>02. lorem ipsum</a:t>
            </a:r>
          </a:p>
          <a:p>
            <a:pPr lvl="0"/>
            <a:r>
              <a:rPr lang="en-US" dirty="0"/>
              <a:t>03. lorem ipsum</a:t>
            </a:r>
          </a:p>
          <a:p>
            <a:pPr lvl="0"/>
            <a:r>
              <a:rPr lang="en-US" dirty="0"/>
              <a:t>04. lorem ipsum</a:t>
            </a:r>
          </a:p>
          <a:p>
            <a:pPr lvl="0"/>
            <a:r>
              <a:rPr lang="en-US" dirty="0"/>
              <a:t>05. lorem ipsum</a:t>
            </a:r>
          </a:p>
          <a:p>
            <a:pPr lvl="0"/>
            <a:r>
              <a:rPr lang="en-US" dirty="0"/>
              <a:t>06. lorem ipsum</a:t>
            </a:r>
          </a:p>
          <a:p>
            <a:pPr lvl="0"/>
            <a:endParaRPr lang="en-US" dirty="0"/>
          </a:p>
        </p:txBody>
      </p:sp>
      <p:sp>
        <p:nvSpPr>
          <p:cNvPr id="12" name="object 2">
            <a:extLst>
              <a:ext uri="{FF2B5EF4-FFF2-40B4-BE49-F238E27FC236}">
                <a16:creationId xmlns:a16="http://schemas.microsoft.com/office/drawing/2014/main" id="{D5703A6C-59F1-6550-F247-FE0DCC951FC1}"/>
              </a:ext>
            </a:extLst>
          </p:cNvPr>
          <p:cNvSpPr/>
          <p:nvPr userDrawn="1"/>
        </p:nvSpPr>
        <p:spPr>
          <a:xfrm>
            <a:off x="428" y="3441993"/>
            <a:ext cx="2743200" cy="3415797"/>
          </a:xfrm>
          <a:custGeom>
            <a:avLst/>
            <a:gdLst/>
            <a:ahLst/>
            <a:cxnLst/>
            <a:rect l="l" t="t" r="r" b="b"/>
            <a:pathLst>
              <a:path w="8212455" h="10226040">
                <a:moveTo>
                  <a:pt x="0" y="3096566"/>
                </a:moveTo>
                <a:lnTo>
                  <a:pt x="1179165" y="2266454"/>
                </a:lnTo>
                <a:lnTo>
                  <a:pt x="1221594" y="2236932"/>
                </a:lnTo>
                <a:lnTo>
                  <a:pt x="1265445" y="2209834"/>
                </a:lnTo>
                <a:lnTo>
                  <a:pt x="1310621" y="2185132"/>
                </a:lnTo>
                <a:lnTo>
                  <a:pt x="1357030" y="2162798"/>
                </a:lnTo>
                <a:lnTo>
                  <a:pt x="1404575" y="2142803"/>
                </a:lnTo>
                <a:lnTo>
                  <a:pt x="1453163" y="2125119"/>
                </a:lnTo>
                <a:lnTo>
                  <a:pt x="1502699" y="2109716"/>
                </a:lnTo>
                <a:lnTo>
                  <a:pt x="1553087" y="2096567"/>
                </a:lnTo>
                <a:lnTo>
                  <a:pt x="1604235" y="2085643"/>
                </a:lnTo>
                <a:lnTo>
                  <a:pt x="1656046" y="2076915"/>
                </a:lnTo>
                <a:lnTo>
                  <a:pt x="1708426" y="2070355"/>
                </a:lnTo>
                <a:lnTo>
                  <a:pt x="1755851" y="2065583"/>
                </a:lnTo>
                <a:lnTo>
                  <a:pt x="1803610" y="2063667"/>
                </a:lnTo>
                <a:lnTo>
                  <a:pt x="1851996" y="2064315"/>
                </a:lnTo>
                <a:lnTo>
                  <a:pt x="1901300" y="2067235"/>
                </a:lnTo>
                <a:lnTo>
                  <a:pt x="1965434" y="2074121"/>
                </a:lnTo>
                <a:lnTo>
                  <a:pt x="2038652" y="2086415"/>
                </a:lnTo>
                <a:lnTo>
                  <a:pt x="2078021" y="2095029"/>
                </a:lnTo>
                <a:lnTo>
                  <a:pt x="2118886" y="2105523"/>
                </a:lnTo>
                <a:lnTo>
                  <a:pt x="2160989" y="2118073"/>
                </a:lnTo>
                <a:lnTo>
                  <a:pt x="2204071" y="2132855"/>
                </a:lnTo>
                <a:lnTo>
                  <a:pt x="2247874" y="2150046"/>
                </a:lnTo>
                <a:lnTo>
                  <a:pt x="2292140" y="2169820"/>
                </a:lnTo>
                <a:lnTo>
                  <a:pt x="2336610" y="2192354"/>
                </a:lnTo>
                <a:lnTo>
                  <a:pt x="2381026" y="2217824"/>
                </a:lnTo>
                <a:lnTo>
                  <a:pt x="2425130" y="2246407"/>
                </a:lnTo>
                <a:lnTo>
                  <a:pt x="2468664" y="2278278"/>
                </a:lnTo>
                <a:lnTo>
                  <a:pt x="2511368" y="2313613"/>
                </a:lnTo>
                <a:lnTo>
                  <a:pt x="2552986" y="2352588"/>
                </a:lnTo>
                <a:lnTo>
                  <a:pt x="2593258" y="2395380"/>
                </a:lnTo>
                <a:lnTo>
                  <a:pt x="2631926" y="2442165"/>
                </a:lnTo>
                <a:lnTo>
                  <a:pt x="2668732" y="2493117"/>
                </a:lnTo>
                <a:lnTo>
                  <a:pt x="2697391" y="2537416"/>
                </a:lnTo>
                <a:lnTo>
                  <a:pt x="2723558" y="2582273"/>
                </a:lnTo>
                <a:lnTo>
                  <a:pt x="2747202" y="2627564"/>
                </a:lnTo>
                <a:lnTo>
                  <a:pt x="2768290" y="2673166"/>
                </a:lnTo>
                <a:lnTo>
                  <a:pt x="2786789" y="2718954"/>
                </a:lnTo>
                <a:lnTo>
                  <a:pt x="2802667" y="2764804"/>
                </a:lnTo>
                <a:lnTo>
                  <a:pt x="2815891" y="2810593"/>
                </a:lnTo>
                <a:lnTo>
                  <a:pt x="2826428" y="2856194"/>
                </a:lnTo>
                <a:lnTo>
                  <a:pt x="2834247" y="2901486"/>
                </a:lnTo>
                <a:lnTo>
                  <a:pt x="2839313" y="2946343"/>
                </a:lnTo>
                <a:lnTo>
                  <a:pt x="2841596" y="2990641"/>
                </a:lnTo>
                <a:lnTo>
                  <a:pt x="2861606" y="4123926"/>
                </a:lnTo>
                <a:lnTo>
                  <a:pt x="2876453" y="4725803"/>
                </a:lnTo>
                <a:lnTo>
                  <a:pt x="4610421" y="4662549"/>
                </a:lnTo>
                <a:lnTo>
                  <a:pt x="4653804" y="4660827"/>
                </a:lnTo>
                <a:lnTo>
                  <a:pt x="4696954" y="4660477"/>
                </a:lnTo>
                <a:lnTo>
                  <a:pt x="4740083" y="4661699"/>
                </a:lnTo>
                <a:lnTo>
                  <a:pt x="4783400" y="4664695"/>
                </a:lnTo>
                <a:lnTo>
                  <a:pt x="4833046" y="4669143"/>
                </a:lnTo>
                <a:lnTo>
                  <a:pt x="4882396" y="4675147"/>
                </a:lnTo>
                <a:lnTo>
                  <a:pt x="4931419" y="4682688"/>
                </a:lnTo>
                <a:lnTo>
                  <a:pt x="4980085" y="4691749"/>
                </a:lnTo>
                <a:lnTo>
                  <a:pt x="5028360" y="4702311"/>
                </a:lnTo>
                <a:lnTo>
                  <a:pt x="5076215" y="4714356"/>
                </a:lnTo>
                <a:lnTo>
                  <a:pt x="5123616" y="4727867"/>
                </a:lnTo>
                <a:lnTo>
                  <a:pt x="5170532" y="4742825"/>
                </a:lnTo>
                <a:lnTo>
                  <a:pt x="5216933" y="4759212"/>
                </a:lnTo>
                <a:lnTo>
                  <a:pt x="5262785" y="4777010"/>
                </a:lnTo>
                <a:lnTo>
                  <a:pt x="5308057" y="4796201"/>
                </a:lnTo>
                <a:lnTo>
                  <a:pt x="5352719" y="4816767"/>
                </a:lnTo>
                <a:lnTo>
                  <a:pt x="5396737" y="4838689"/>
                </a:lnTo>
                <a:lnTo>
                  <a:pt x="5440081" y="4861951"/>
                </a:lnTo>
                <a:lnTo>
                  <a:pt x="5482719" y="4886533"/>
                </a:lnTo>
                <a:lnTo>
                  <a:pt x="5524619" y="4912418"/>
                </a:lnTo>
                <a:lnTo>
                  <a:pt x="5565750" y="4939587"/>
                </a:lnTo>
                <a:lnTo>
                  <a:pt x="5606080" y="4968023"/>
                </a:lnTo>
                <a:lnTo>
                  <a:pt x="5645577" y="4997707"/>
                </a:lnTo>
                <a:lnTo>
                  <a:pt x="5684209" y="5028622"/>
                </a:lnTo>
                <a:lnTo>
                  <a:pt x="5721946" y="5060748"/>
                </a:lnTo>
                <a:lnTo>
                  <a:pt x="5758756" y="5094069"/>
                </a:lnTo>
                <a:lnTo>
                  <a:pt x="5794606" y="5128566"/>
                </a:lnTo>
                <a:lnTo>
                  <a:pt x="5829465" y="5164221"/>
                </a:lnTo>
                <a:lnTo>
                  <a:pt x="5863302" y="5201016"/>
                </a:lnTo>
                <a:lnTo>
                  <a:pt x="5896084" y="5238933"/>
                </a:lnTo>
                <a:lnTo>
                  <a:pt x="5927781" y="5277954"/>
                </a:lnTo>
                <a:lnTo>
                  <a:pt x="5958361" y="5318060"/>
                </a:lnTo>
                <a:lnTo>
                  <a:pt x="5987792" y="5359234"/>
                </a:lnTo>
                <a:lnTo>
                  <a:pt x="6016042" y="5401458"/>
                </a:lnTo>
                <a:lnTo>
                  <a:pt x="6043079" y="5444713"/>
                </a:lnTo>
                <a:lnTo>
                  <a:pt x="6066662" y="5485660"/>
                </a:lnTo>
                <a:lnTo>
                  <a:pt x="6088849" y="5527094"/>
                </a:lnTo>
                <a:lnTo>
                  <a:pt x="6109646" y="5568988"/>
                </a:lnTo>
                <a:lnTo>
                  <a:pt x="6129061" y="5611314"/>
                </a:lnTo>
                <a:lnTo>
                  <a:pt x="6147100" y="5654045"/>
                </a:lnTo>
                <a:lnTo>
                  <a:pt x="6163769" y="5697151"/>
                </a:lnTo>
                <a:lnTo>
                  <a:pt x="6179075" y="5740607"/>
                </a:lnTo>
                <a:lnTo>
                  <a:pt x="6193025" y="5784382"/>
                </a:lnTo>
                <a:lnTo>
                  <a:pt x="6205626" y="5828450"/>
                </a:lnTo>
                <a:lnTo>
                  <a:pt x="6216884" y="5872782"/>
                </a:lnTo>
                <a:lnTo>
                  <a:pt x="6226806" y="5917352"/>
                </a:lnTo>
                <a:lnTo>
                  <a:pt x="6235399" y="5962129"/>
                </a:lnTo>
                <a:lnTo>
                  <a:pt x="6242669" y="6007088"/>
                </a:lnTo>
                <a:lnTo>
                  <a:pt x="6248623" y="6052200"/>
                </a:lnTo>
                <a:lnTo>
                  <a:pt x="6253267" y="6097436"/>
                </a:lnTo>
                <a:lnTo>
                  <a:pt x="6256609" y="6142770"/>
                </a:lnTo>
                <a:lnTo>
                  <a:pt x="6258655" y="6188172"/>
                </a:lnTo>
                <a:lnTo>
                  <a:pt x="6259412" y="6233616"/>
                </a:lnTo>
                <a:lnTo>
                  <a:pt x="6258886" y="6279074"/>
                </a:lnTo>
                <a:lnTo>
                  <a:pt x="6257083" y="6324516"/>
                </a:lnTo>
                <a:lnTo>
                  <a:pt x="6254012" y="6369916"/>
                </a:lnTo>
                <a:lnTo>
                  <a:pt x="6249678" y="6415246"/>
                </a:lnTo>
                <a:lnTo>
                  <a:pt x="6244088" y="6460477"/>
                </a:lnTo>
                <a:lnTo>
                  <a:pt x="6237248" y="6505582"/>
                </a:lnTo>
                <a:lnTo>
                  <a:pt x="6229166" y="6550532"/>
                </a:lnTo>
                <a:lnTo>
                  <a:pt x="6219848" y="6595301"/>
                </a:lnTo>
                <a:lnTo>
                  <a:pt x="6209300" y="6639859"/>
                </a:lnTo>
                <a:lnTo>
                  <a:pt x="6197530" y="6684180"/>
                </a:lnTo>
                <a:lnTo>
                  <a:pt x="6184544" y="6728234"/>
                </a:lnTo>
                <a:lnTo>
                  <a:pt x="6170349" y="6771995"/>
                </a:lnTo>
                <a:lnTo>
                  <a:pt x="6154951" y="6815434"/>
                </a:lnTo>
                <a:lnTo>
                  <a:pt x="6138357" y="6858523"/>
                </a:lnTo>
                <a:lnTo>
                  <a:pt x="6120574" y="6901235"/>
                </a:lnTo>
                <a:lnTo>
                  <a:pt x="6101608" y="6943541"/>
                </a:lnTo>
                <a:lnTo>
                  <a:pt x="6081467" y="6985414"/>
                </a:lnTo>
                <a:lnTo>
                  <a:pt x="6060156" y="7026826"/>
                </a:lnTo>
                <a:lnTo>
                  <a:pt x="6037683" y="7067748"/>
                </a:lnTo>
                <a:lnTo>
                  <a:pt x="6014053" y="7108153"/>
                </a:lnTo>
                <a:lnTo>
                  <a:pt x="5989275" y="7148013"/>
                </a:lnTo>
                <a:lnTo>
                  <a:pt x="5963353" y="7187300"/>
                </a:lnTo>
                <a:lnTo>
                  <a:pt x="5936296" y="7225985"/>
                </a:lnTo>
                <a:lnTo>
                  <a:pt x="5908110" y="7264043"/>
                </a:lnTo>
                <a:lnTo>
                  <a:pt x="5878801" y="7301443"/>
                </a:lnTo>
                <a:lnTo>
                  <a:pt x="5848377" y="7338158"/>
                </a:lnTo>
                <a:lnTo>
                  <a:pt x="5816843" y="7374161"/>
                </a:lnTo>
                <a:lnTo>
                  <a:pt x="5784206" y="7409424"/>
                </a:lnTo>
                <a:lnTo>
                  <a:pt x="5750474" y="7443918"/>
                </a:lnTo>
                <a:lnTo>
                  <a:pt x="5715652" y="7477616"/>
                </a:lnTo>
                <a:lnTo>
                  <a:pt x="5679748" y="7510489"/>
                </a:lnTo>
                <a:lnTo>
                  <a:pt x="5642769" y="7542510"/>
                </a:lnTo>
                <a:lnTo>
                  <a:pt x="5604720" y="7573651"/>
                </a:lnTo>
                <a:lnTo>
                  <a:pt x="5565608" y="7603884"/>
                </a:lnTo>
                <a:lnTo>
                  <a:pt x="5525441" y="7633181"/>
                </a:lnTo>
                <a:lnTo>
                  <a:pt x="2309214" y="9894368"/>
                </a:lnTo>
                <a:lnTo>
                  <a:pt x="2307172" y="9891143"/>
                </a:lnTo>
                <a:lnTo>
                  <a:pt x="1112790" y="8200305"/>
                </a:lnTo>
                <a:lnTo>
                  <a:pt x="977893" y="8007431"/>
                </a:lnTo>
                <a:lnTo>
                  <a:pt x="0" y="6617248"/>
                </a:lnTo>
              </a:path>
              <a:path w="8212455" h="10226040">
                <a:moveTo>
                  <a:pt x="5410990" y="10225591"/>
                </a:moveTo>
                <a:lnTo>
                  <a:pt x="6347730" y="9695034"/>
                </a:lnTo>
                <a:lnTo>
                  <a:pt x="6390205" y="9670689"/>
                </a:lnTo>
                <a:lnTo>
                  <a:pt x="6432243" y="9645852"/>
                </a:lnTo>
                <a:lnTo>
                  <a:pt x="6473841" y="9620531"/>
                </a:lnTo>
                <a:lnTo>
                  <a:pt x="6514998" y="9594730"/>
                </a:lnTo>
                <a:lnTo>
                  <a:pt x="6555712" y="9568456"/>
                </a:lnTo>
                <a:lnTo>
                  <a:pt x="6595980" y="9541714"/>
                </a:lnTo>
                <a:lnTo>
                  <a:pt x="6635801" y="9514510"/>
                </a:lnTo>
                <a:lnTo>
                  <a:pt x="6675174" y="9486849"/>
                </a:lnTo>
                <a:lnTo>
                  <a:pt x="6714096" y="9458738"/>
                </a:lnTo>
                <a:lnTo>
                  <a:pt x="6752565" y="9430181"/>
                </a:lnTo>
                <a:lnTo>
                  <a:pt x="6790580" y="9401185"/>
                </a:lnTo>
                <a:lnTo>
                  <a:pt x="6828138" y="9371756"/>
                </a:lnTo>
                <a:lnTo>
                  <a:pt x="6865238" y="9341898"/>
                </a:lnTo>
                <a:lnTo>
                  <a:pt x="6901878" y="9311619"/>
                </a:lnTo>
                <a:lnTo>
                  <a:pt x="6938056" y="9280923"/>
                </a:lnTo>
                <a:lnTo>
                  <a:pt x="6973771" y="9249816"/>
                </a:lnTo>
                <a:lnTo>
                  <a:pt x="7009019" y="9218303"/>
                </a:lnTo>
                <a:lnTo>
                  <a:pt x="7043800" y="9186392"/>
                </a:lnTo>
                <a:lnTo>
                  <a:pt x="7078111" y="9154087"/>
                </a:lnTo>
                <a:lnTo>
                  <a:pt x="7111952" y="9121393"/>
                </a:lnTo>
                <a:lnTo>
                  <a:pt x="7145318" y="9088318"/>
                </a:lnTo>
                <a:lnTo>
                  <a:pt x="7178210" y="9054866"/>
                </a:lnTo>
                <a:lnTo>
                  <a:pt x="7210625" y="9021043"/>
                </a:lnTo>
                <a:lnTo>
                  <a:pt x="7242561" y="8986855"/>
                </a:lnTo>
                <a:lnTo>
                  <a:pt x="7274017" y="8952307"/>
                </a:lnTo>
                <a:lnTo>
                  <a:pt x="7304990" y="8917406"/>
                </a:lnTo>
                <a:lnTo>
                  <a:pt x="7335478" y="8882156"/>
                </a:lnTo>
                <a:lnTo>
                  <a:pt x="7365480" y="8846564"/>
                </a:lnTo>
                <a:lnTo>
                  <a:pt x="7394994" y="8810636"/>
                </a:lnTo>
                <a:lnTo>
                  <a:pt x="7424018" y="8774376"/>
                </a:lnTo>
                <a:lnTo>
                  <a:pt x="7452550" y="8737792"/>
                </a:lnTo>
                <a:lnTo>
                  <a:pt x="7480588" y="8700888"/>
                </a:lnTo>
                <a:lnTo>
                  <a:pt x="7508131" y="8663670"/>
                </a:lnTo>
                <a:lnTo>
                  <a:pt x="7535176" y="8626143"/>
                </a:lnTo>
                <a:lnTo>
                  <a:pt x="7561722" y="8588315"/>
                </a:lnTo>
                <a:lnTo>
                  <a:pt x="7587766" y="8550190"/>
                </a:lnTo>
                <a:lnTo>
                  <a:pt x="7613307" y="8511773"/>
                </a:lnTo>
                <a:lnTo>
                  <a:pt x="7638344" y="8473072"/>
                </a:lnTo>
                <a:lnTo>
                  <a:pt x="7662873" y="8434091"/>
                </a:lnTo>
                <a:lnTo>
                  <a:pt x="7686894" y="8394836"/>
                </a:lnTo>
                <a:lnTo>
                  <a:pt x="7710404" y="8355313"/>
                </a:lnTo>
                <a:lnTo>
                  <a:pt x="7733401" y="8315527"/>
                </a:lnTo>
                <a:lnTo>
                  <a:pt x="7755884" y="8275484"/>
                </a:lnTo>
                <a:lnTo>
                  <a:pt x="7777851" y="8235191"/>
                </a:lnTo>
                <a:lnTo>
                  <a:pt x="7799300" y="8194652"/>
                </a:lnTo>
                <a:lnTo>
                  <a:pt x="7820229" y="8153873"/>
                </a:lnTo>
                <a:lnTo>
                  <a:pt x="7840636" y="8112861"/>
                </a:lnTo>
                <a:lnTo>
                  <a:pt x="7860519" y="8071620"/>
                </a:lnTo>
                <a:lnTo>
                  <a:pt x="7879877" y="8030157"/>
                </a:lnTo>
                <a:lnTo>
                  <a:pt x="7898707" y="7988477"/>
                </a:lnTo>
                <a:lnTo>
                  <a:pt x="7917008" y="7946586"/>
                </a:lnTo>
                <a:lnTo>
                  <a:pt x="7934778" y="7904489"/>
                </a:lnTo>
                <a:lnTo>
                  <a:pt x="7952014" y="7862192"/>
                </a:lnTo>
                <a:lnTo>
                  <a:pt x="7968716" y="7819702"/>
                </a:lnTo>
                <a:lnTo>
                  <a:pt x="7984881" y="7777023"/>
                </a:lnTo>
                <a:lnTo>
                  <a:pt x="8000507" y="7734162"/>
                </a:lnTo>
                <a:lnTo>
                  <a:pt x="8015592" y="7691124"/>
                </a:lnTo>
                <a:lnTo>
                  <a:pt x="8030135" y="7647915"/>
                </a:lnTo>
                <a:lnTo>
                  <a:pt x="8044134" y="7604540"/>
                </a:lnTo>
                <a:lnTo>
                  <a:pt x="8057587" y="7561005"/>
                </a:lnTo>
                <a:lnTo>
                  <a:pt x="8070491" y="7517316"/>
                </a:lnTo>
                <a:lnTo>
                  <a:pt x="8082846" y="7473479"/>
                </a:lnTo>
                <a:lnTo>
                  <a:pt x="8094649" y="7429499"/>
                </a:lnTo>
                <a:lnTo>
                  <a:pt x="8105898" y="7385383"/>
                </a:lnTo>
                <a:lnTo>
                  <a:pt x="8116592" y="7341135"/>
                </a:lnTo>
                <a:lnTo>
                  <a:pt x="8126728" y="7296761"/>
                </a:lnTo>
                <a:lnTo>
                  <a:pt x="8136305" y="7252268"/>
                </a:lnTo>
                <a:lnTo>
                  <a:pt x="8145321" y="7207661"/>
                </a:lnTo>
                <a:lnTo>
                  <a:pt x="8153774" y="7162945"/>
                </a:lnTo>
                <a:lnTo>
                  <a:pt x="8161662" y="7118126"/>
                </a:lnTo>
                <a:lnTo>
                  <a:pt x="8168983" y="7073210"/>
                </a:lnTo>
                <a:lnTo>
                  <a:pt x="8175736" y="7028203"/>
                </a:lnTo>
                <a:lnTo>
                  <a:pt x="8181918" y="6983111"/>
                </a:lnTo>
                <a:lnTo>
                  <a:pt x="8187528" y="6937938"/>
                </a:lnTo>
                <a:lnTo>
                  <a:pt x="8192563" y="6892692"/>
                </a:lnTo>
                <a:lnTo>
                  <a:pt x="8197023" y="6847377"/>
                </a:lnTo>
                <a:lnTo>
                  <a:pt x="8200904" y="6801999"/>
                </a:lnTo>
                <a:lnTo>
                  <a:pt x="8204206" y="6756564"/>
                </a:lnTo>
                <a:lnTo>
                  <a:pt x="8206926" y="6711077"/>
                </a:lnTo>
                <a:lnTo>
                  <a:pt x="8209062" y="6665545"/>
                </a:lnTo>
                <a:lnTo>
                  <a:pt x="8210613" y="6619973"/>
                </a:lnTo>
                <a:lnTo>
                  <a:pt x="8211576" y="6574367"/>
                </a:lnTo>
                <a:lnTo>
                  <a:pt x="8211950" y="6528732"/>
                </a:lnTo>
                <a:lnTo>
                  <a:pt x="8211733" y="6483074"/>
                </a:lnTo>
                <a:lnTo>
                  <a:pt x="8210924" y="6437400"/>
                </a:lnTo>
                <a:lnTo>
                  <a:pt x="8209519" y="6391713"/>
                </a:lnTo>
                <a:lnTo>
                  <a:pt x="8207518" y="6346021"/>
                </a:lnTo>
                <a:lnTo>
                  <a:pt x="8204918" y="6300329"/>
                </a:lnTo>
                <a:lnTo>
                  <a:pt x="8201717" y="6254643"/>
                </a:lnTo>
                <a:lnTo>
                  <a:pt x="8197915" y="6208968"/>
                </a:lnTo>
                <a:lnTo>
                  <a:pt x="8193508" y="6163310"/>
                </a:lnTo>
                <a:lnTo>
                  <a:pt x="8188495" y="6117675"/>
                </a:lnTo>
                <a:lnTo>
                  <a:pt x="8182874" y="6072069"/>
                </a:lnTo>
                <a:lnTo>
                  <a:pt x="8176644" y="6026496"/>
                </a:lnTo>
                <a:lnTo>
                  <a:pt x="8169801" y="5980964"/>
                </a:lnTo>
                <a:lnTo>
                  <a:pt x="8162345" y="5935477"/>
                </a:lnTo>
                <a:lnTo>
                  <a:pt x="8154274" y="5890042"/>
                </a:lnTo>
                <a:lnTo>
                  <a:pt x="8145586" y="5844663"/>
                </a:lnTo>
                <a:lnTo>
                  <a:pt x="8136278" y="5799348"/>
                </a:lnTo>
                <a:lnTo>
                  <a:pt x="8126349" y="5754100"/>
                </a:lnTo>
                <a:lnTo>
                  <a:pt x="8115798" y="5708927"/>
                </a:lnTo>
                <a:lnTo>
                  <a:pt x="8104622" y="5663834"/>
                </a:lnTo>
                <a:lnTo>
                  <a:pt x="8092819" y="5618826"/>
                </a:lnTo>
                <a:lnTo>
                  <a:pt x="8080387" y="5573910"/>
                </a:lnTo>
                <a:lnTo>
                  <a:pt x="8067325" y="5529090"/>
                </a:lnTo>
                <a:lnTo>
                  <a:pt x="8053631" y="5484373"/>
                </a:lnTo>
                <a:lnTo>
                  <a:pt x="8039303" y="5439765"/>
                </a:lnTo>
                <a:lnTo>
                  <a:pt x="8024339" y="5395271"/>
                </a:lnTo>
                <a:lnTo>
                  <a:pt x="8008737" y="5350896"/>
                </a:lnTo>
                <a:lnTo>
                  <a:pt x="7992495" y="5306647"/>
                </a:lnTo>
                <a:lnTo>
                  <a:pt x="7975612" y="5262529"/>
                </a:lnTo>
                <a:lnTo>
                  <a:pt x="7958085" y="5218548"/>
                </a:lnTo>
                <a:lnTo>
                  <a:pt x="7939913" y="5174710"/>
                </a:lnTo>
                <a:lnTo>
                  <a:pt x="7921093" y="5131020"/>
                </a:lnTo>
                <a:lnTo>
                  <a:pt x="7901625" y="5087484"/>
                </a:lnTo>
                <a:lnTo>
                  <a:pt x="7881505" y="5044108"/>
                </a:lnTo>
                <a:lnTo>
                  <a:pt x="7859687" y="4999034"/>
                </a:lnTo>
                <a:lnTo>
                  <a:pt x="7837295" y="4954353"/>
                </a:lnTo>
                <a:lnTo>
                  <a:pt x="7814335" y="4910070"/>
                </a:lnTo>
                <a:lnTo>
                  <a:pt x="7790813" y="4866188"/>
                </a:lnTo>
                <a:lnTo>
                  <a:pt x="7766733" y="4822712"/>
                </a:lnTo>
                <a:lnTo>
                  <a:pt x="7742102" y="4779645"/>
                </a:lnTo>
                <a:lnTo>
                  <a:pt x="7716924" y="4736991"/>
                </a:lnTo>
                <a:lnTo>
                  <a:pt x="7691206" y="4694754"/>
                </a:lnTo>
                <a:lnTo>
                  <a:pt x="7664954" y="4652939"/>
                </a:lnTo>
                <a:lnTo>
                  <a:pt x="7638171" y="4611550"/>
                </a:lnTo>
                <a:lnTo>
                  <a:pt x="7610865" y="4570589"/>
                </a:lnTo>
                <a:lnTo>
                  <a:pt x="7583041" y="4530063"/>
                </a:lnTo>
                <a:lnTo>
                  <a:pt x="7554704" y="4489973"/>
                </a:lnTo>
                <a:lnTo>
                  <a:pt x="7525860" y="4450325"/>
                </a:lnTo>
                <a:lnTo>
                  <a:pt x="7496514" y="4411123"/>
                </a:lnTo>
                <a:lnTo>
                  <a:pt x="7466672" y="4372370"/>
                </a:lnTo>
                <a:lnTo>
                  <a:pt x="7436339" y="4334071"/>
                </a:lnTo>
                <a:lnTo>
                  <a:pt x="7405522" y="4296229"/>
                </a:lnTo>
                <a:lnTo>
                  <a:pt x="7374225" y="4258849"/>
                </a:lnTo>
                <a:lnTo>
                  <a:pt x="7342454" y="4221934"/>
                </a:lnTo>
                <a:lnTo>
                  <a:pt x="7310214" y="4185489"/>
                </a:lnTo>
                <a:lnTo>
                  <a:pt x="7277512" y="4149517"/>
                </a:lnTo>
                <a:lnTo>
                  <a:pt x="7244353" y="4114023"/>
                </a:lnTo>
                <a:lnTo>
                  <a:pt x="7210741" y="4079011"/>
                </a:lnTo>
                <a:lnTo>
                  <a:pt x="7176684" y="4044484"/>
                </a:lnTo>
                <a:lnTo>
                  <a:pt x="7142186" y="4010447"/>
                </a:lnTo>
                <a:lnTo>
                  <a:pt x="7107253" y="3976904"/>
                </a:lnTo>
                <a:lnTo>
                  <a:pt x="7071890" y="3943858"/>
                </a:lnTo>
                <a:lnTo>
                  <a:pt x="7036103" y="3911314"/>
                </a:lnTo>
                <a:lnTo>
                  <a:pt x="6999898" y="3879276"/>
                </a:lnTo>
                <a:lnTo>
                  <a:pt x="6963280" y="3847747"/>
                </a:lnTo>
                <a:lnTo>
                  <a:pt x="6926255" y="3816732"/>
                </a:lnTo>
                <a:lnTo>
                  <a:pt x="6888827" y="3786235"/>
                </a:lnTo>
                <a:lnTo>
                  <a:pt x="6851004" y="3756260"/>
                </a:lnTo>
                <a:lnTo>
                  <a:pt x="6812789" y="3726810"/>
                </a:lnTo>
                <a:lnTo>
                  <a:pt x="6774190" y="3697891"/>
                </a:lnTo>
                <a:lnTo>
                  <a:pt x="6735211" y="3669505"/>
                </a:lnTo>
                <a:lnTo>
                  <a:pt x="6695858" y="3641657"/>
                </a:lnTo>
                <a:lnTo>
                  <a:pt x="6656136" y="3614351"/>
                </a:lnTo>
                <a:lnTo>
                  <a:pt x="6616051" y="3587590"/>
                </a:lnTo>
                <a:lnTo>
                  <a:pt x="6575609" y="3561380"/>
                </a:lnTo>
                <a:lnTo>
                  <a:pt x="6534815" y="3535723"/>
                </a:lnTo>
                <a:lnTo>
                  <a:pt x="6493674" y="3510624"/>
                </a:lnTo>
                <a:lnTo>
                  <a:pt x="6452193" y="3486088"/>
                </a:lnTo>
                <a:lnTo>
                  <a:pt x="6410377" y="3462117"/>
                </a:lnTo>
                <a:lnTo>
                  <a:pt x="6368230" y="3438716"/>
                </a:lnTo>
                <a:lnTo>
                  <a:pt x="6325760" y="3415889"/>
                </a:lnTo>
                <a:lnTo>
                  <a:pt x="6282971" y="3393640"/>
                </a:lnTo>
                <a:lnTo>
                  <a:pt x="6239869" y="3371973"/>
                </a:lnTo>
                <a:lnTo>
                  <a:pt x="6196459" y="3350892"/>
                </a:lnTo>
                <a:lnTo>
                  <a:pt x="6152747" y="3330402"/>
                </a:lnTo>
                <a:lnTo>
                  <a:pt x="6108739" y="3310505"/>
                </a:lnTo>
                <a:lnTo>
                  <a:pt x="6064440" y="3291206"/>
                </a:lnTo>
                <a:lnTo>
                  <a:pt x="6019856" y="3272509"/>
                </a:lnTo>
                <a:lnTo>
                  <a:pt x="5974992" y="3254419"/>
                </a:lnTo>
                <a:lnTo>
                  <a:pt x="5929853" y="3236938"/>
                </a:lnTo>
                <a:lnTo>
                  <a:pt x="5884446" y="3220072"/>
                </a:lnTo>
                <a:lnTo>
                  <a:pt x="5838776" y="3203824"/>
                </a:lnTo>
                <a:lnTo>
                  <a:pt x="5792848" y="3188197"/>
                </a:lnTo>
                <a:lnTo>
                  <a:pt x="5746668" y="3173198"/>
                </a:lnTo>
                <a:lnTo>
                  <a:pt x="5700242" y="3158828"/>
                </a:lnTo>
                <a:lnTo>
                  <a:pt x="5653574" y="3145092"/>
                </a:lnTo>
                <a:lnTo>
                  <a:pt x="5606671" y="3131995"/>
                </a:lnTo>
                <a:lnTo>
                  <a:pt x="5559538" y="3119540"/>
                </a:lnTo>
                <a:lnTo>
                  <a:pt x="5512181" y="3107731"/>
                </a:lnTo>
                <a:lnTo>
                  <a:pt x="5464605" y="3096572"/>
                </a:lnTo>
                <a:lnTo>
                  <a:pt x="5416816" y="3086068"/>
                </a:lnTo>
                <a:lnTo>
                  <a:pt x="5368819" y="3076222"/>
                </a:lnTo>
                <a:lnTo>
                  <a:pt x="5320620" y="3067038"/>
                </a:lnTo>
                <a:lnTo>
                  <a:pt x="5272225" y="3058521"/>
                </a:lnTo>
                <a:lnTo>
                  <a:pt x="5223638" y="3050674"/>
                </a:lnTo>
                <a:lnTo>
                  <a:pt x="5174866" y="3043501"/>
                </a:lnTo>
                <a:lnTo>
                  <a:pt x="5125914" y="3037007"/>
                </a:lnTo>
                <a:lnTo>
                  <a:pt x="5120751" y="3036043"/>
                </a:lnTo>
                <a:lnTo>
                  <a:pt x="5115369" y="3036043"/>
                </a:lnTo>
                <a:lnTo>
                  <a:pt x="5110103" y="3034965"/>
                </a:lnTo>
                <a:lnTo>
                  <a:pt x="5070091" y="3030439"/>
                </a:lnTo>
                <a:lnTo>
                  <a:pt x="5025510" y="3025618"/>
                </a:lnTo>
                <a:lnTo>
                  <a:pt x="4987645" y="3021785"/>
                </a:lnTo>
                <a:lnTo>
                  <a:pt x="4967782" y="3020222"/>
                </a:lnTo>
                <a:lnTo>
                  <a:pt x="4970073" y="2970623"/>
                </a:lnTo>
                <a:lnTo>
                  <a:pt x="4971432" y="2921001"/>
                </a:lnTo>
                <a:lnTo>
                  <a:pt x="4971859" y="2871367"/>
                </a:lnTo>
                <a:lnTo>
                  <a:pt x="4971357" y="2821730"/>
                </a:lnTo>
                <a:lnTo>
                  <a:pt x="4969927" y="2772100"/>
                </a:lnTo>
                <a:lnTo>
                  <a:pt x="4967573" y="2722486"/>
                </a:lnTo>
                <a:lnTo>
                  <a:pt x="4964295" y="2672898"/>
                </a:lnTo>
                <a:lnTo>
                  <a:pt x="4960095" y="2623345"/>
                </a:lnTo>
                <a:lnTo>
                  <a:pt x="4954976" y="2573839"/>
                </a:lnTo>
                <a:lnTo>
                  <a:pt x="4948939" y="2524388"/>
                </a:lnTo>
                <a:lnTo>
                  <a:pt x="4941986" y="2475002"/>
                </a:lnTo>
                <a:lnTo>
                  <a:pt x="4934120" y="2425690"/>
                </a:lnTo>
                <a:lnTo>
                  <a:pt x="4925341" y="2376464"/>
                </a:lnTo>
                <a:lnTo>
                  <a:pt x="4915652" y="2327331"/>
                </a:lnTo>
                <a:lnTo>
                  <a:pt x="4905055" y="2278302"/>
                </a:lnTo>
                <a:lnTo>
                  <a:pt x="4893552" y="2229387"/>
                </a:lnTo>
                <a:lnTo>
                  <a:pt x="4881144" y="2180596"/>
                </a:lnTo>
                <a:lnTo>
                  <a:pt x="4867834" y="2131938"/>
                </a:lnTo>
                <a:lnTo>
                  <a:pt x="4853623" y="2083422"/>
                </a:lnTo>
                <a:lnTo>
                  <a:pt x="4838514" y="2035059"/>
                </a:lnTo>
                <a:lnTo>
                  <a:pt x="4822508" y="1986859"/>
                </a:lnTo>
                <a:lnTo>
                  <a:pt x="4805606" y="1938830"/>
                </a:lnTo>
                <a:lnTo>
                  <a:pt x="4787812" y="1890984"/>
                </a:lnTo>
                <a:lnTo>
                  <a:pt x="4769127" y="1843328"/>
                </a:lnTo>
                <a:lnTo>
                  <a:pt x="4749553" y="1795874"/>
                </a:lnTo>
                <a:lnTo>
                  <a:pt x="4729092" y="1748632"/>
                </a:lnTo>
                <a:lnTo>
                  <a:pt x="4707745" y="1701609"/>
                </a:lnTo>
                <a:lnTo>
                  <a:pt x="4685514" y="1654817"/>
                </a:lnTo>
                <a:lnTo>
                  <a:pt x="4662402" y="1608266"/>
                </a:lnTo>
                <a:lnTo>
                  <a:pt x="4638411" y="1561964"/>
                </a:lnTo>
                <a:lnTo>
                  <a:pt x="4613542" y="1515922"/>
                </a:lnTo>
                <a:lnTo>
                  <a:pt x="4589942" y="1473019"/>
                </a:lnTo>
                <a:lnTo>
                  <a:pt x="4565650" y="1430624"/>
                </a:lnTo>
                <a:lnTo>
                  <a:pt x="4540674" y="1388742"/>
                </a:lnTo>
                <a:lnTo>
                  <a:pt x="4515023" y="1347377"/>
                </a:lnTo>
                <a:lnTo>
                  <a:pt x="4488705" y="1306536"/>
                </a:lnTo>
                <a:lnTo>
                  <a:pt x="4461729" y="1266222"/>
                </a:lnTo>
                <a:lnTo>
                  <a:pt x="4434104" y="1226440"/>
                </a:lnTo>
                <a:lnTo>
                  <a:pt x="4405837" y="1187196"/>
                </a:lnTo>
                <a:lnTo>
                  <a:pt x="4376938" y="1148495"/>
                </a:lnTo>
                <a:lnTo>
                  <a:pt x="4347415" y="1110341"/>
                </a:lnTo>
                <a:lnTo>
                  <a:pt x="4317277" y="1072740"/>
                </a:lnTo>
                <a:lnTo>
                  <a:pt x="4286532" y="1035696"/>
                </a:lnTo>
                <a:lnTo>
                  <a:pt x="4255188" y="999215"/>
                </a:lnTo>
                <a:lnTo>
                  <a:pt x="4223255" y="963301"/>
                </a:lnTo>
                <a:lnTo>
                  <a:pt x="4190741" y="927959"/>
                </a:lnTo>
                <a:lnTo>
                  <a:pt x="4157654" y="893194"/>
                </a:lnTo>
                <a:lnTo>
                  <a:pt x="4124002" y="859012"/>
                </a:lnTo>
                <a:lnTo>
                  <a:pt x="4089796" y="825416"/>
                </a:lnTo>
                <a:lnTo>
                  <a:pt x="4055042" y="792413"/>
                </a:lnTo>
                <a:lnTo>
                  <a:pt x="4019750" y="760007"/>
                </a:lnTo>
                <a:lnTo>
                  <a:pt x="3983928" y="728202"/>
                </a:lnTo>
                <a:lnTo>
                  <a:pt x="3947585" y="697005"/>
                </a:lnTo>
                <a:lnTo>
                  <a:pt x="3910728" y="666420"/>
                </a:lnTo>
                <a:lnTo>
                  <a:pt x="3873368" y="636451"/>
                </a:lnTo>
                <a:lnTo>
                  <a:pt x="3835512" y="607105"/>
                </a:lnTo>
                <a:lnTo>
                  <a:pt x="3797169" y="578385"/>
                </a:lnTo>
                <a:lnTo>
                  <a:pt x="3758347" y="550296"/>
                </a:lnTo>
                <a:lnTo>
                  <a:pt x="3719055" y="522845"/>
                </a:lnTo>
                <a:lnTo>
                  <a:pt x="3679302" y="496035"/>
                </a:lnTo>
                <a:lnTo>
                  <a:pt x="3639096" y="469872"/>
                </a:lnTo>
                <a:lnTo>
                  <a:pt x="3598445" y="444360"/>
                </a:lnTo>
                <a:lnTo>
                  <a:pt x="3557358" y="419505"/>
                </a:lnTo>
                <a:lnTo>
                  <a:pt x="3515845" y="395311"/>
                </a:lnTo>
                <a:lnTo>
                  <a:pt x="3473912" y="371783"/>
                </a:lnTo>
                <a:lnTo>
                  <a:pt x="3431569" y="348927"/>
                </a:lnTo>
                <a:lnTo>
                  <a:pt x="3388825" y="326748"/>
                </a:lnTo>
                <a:lnTo>
                  <a:pt x="3345688" y="305249"/>
                </a:lnTo>
                <a:lnTo>
                  <a:pt x="3302166" y="284437"/>
                </a:lnTo>
                <a:lnTo>
                  <a:pt x="3258268" y="264316"/>
                </a:lnTo>
                <a:lnTo>
                  <a:pt x="3214002" y="244891"/>
                </a:lnTo>
                <a:lnTo>
                  <a:pt x="3169378" y="226167"/>
                </a:lnTo>
                <a:lnTo>
                  <a:pt x="3124404" y="208149"/>
                </a:lnTo>
                <a:lnTo>
                  <a:pt x="3079087" y="190842"/>
                </a:lnTo>
                <a:lnTo>
                  <a:pt x="3033438" y="174251"/>
                </a:lnTo>
                <a:lnTo>
                  <a:pt x="2987463" y="158381"/>
                </a:lnTo>
                <a:lnTo>
                  <a:pt x="2941173" y="143237"/>
                </a:lnTo>
                <a:lnTo>
                  <a:pt x="2894575" y="128824"/>
                </a:lnTo>
                <a:lnTo>
                  <a:pt x="2847678" y="115146"/>
                </a:lnTo>
                <a:lnTo>
                  <a:pt x="2800490" y="102209"/>
                </a:lnTo>
                <a:lnTo>
                  <a:pt x="2753021" y="90018"/>
                </a:lnTo>
                <a:lnTo>
                  <a:pt x="2705278" y="78578"/>
                </a:lnTo>
                <a:lnTo>
                  <a:pt x="2657270" y="67893"/>
                </a:lnTo>
                <a:lnTo>
                  <a:pt x="2609006" y="57968"/>
                </a:lnTo>
                <a:lnTo>
                  <a:pt x="2560495" y="48809"/>
                </a:lnTo>
                <a:lnTo>
                  <a:pt x="2511744" y="40421"/>
                </a:lnTo>
                <a:lnTo>
                  <a:pt x="2462762" y="32808"/>
                </a:lnTo>
                <a:lnTo>
                  <a:pt x="2413559" y="25975"/>
                </a:lnTo>
                <a:lnTo>
                  <a:pt x="2364142" y="19927"/>
                </a:lnTo>
                <a:lnTo>
                  <a:pt x="2314520" y="14670"/>
                </a:lnTo>
                <a:lnTo>
                  <a:pt x="2264701" y="10208"/>
                </a:lnTo>
                <a:lnTo>
                  <a:pt x="2214695" y="6546"/>
                </a:lnTo>
                <a:lnTo>
                  <a:pt x="2164509" y="3689"/>
                </a:lnTo>
                <a:lnTo>
                  <a:pt x="2114152" y="1643"/>
                </a:lnTo>
                <a:lnTo>
                  <a:pt x="2063634" y="411"/>
                </a:lnTo>
                <a:lnTo>
                  <a:pt x="2012961" y="0"/>
                </a:lnTo>
                <a:lnTo>
                  <a:pt x="1960753" y="449"/>
                </a:lnTo>
                <a:lnTo>
                  <a:pt x="1908703" y="1791"/>
                </a:lnTo>
                <a:lnTo>
                  <a:pt x="1856827" y="4019"/>
                </a:lnTo>
                <a:lnTo>
                  <a:pt x="1805142" y="7124"/>
                </a:lnTo>
                <a:lnTo>
                  <a:pt x="1753665" y="11100"/>
                </a:lnTo>
                <a:lnTo>
                  <a:pt x="1702413" y="15938"/>
                </a:lnTo>
                <a:lnTo>
                  <a:pt x="1651402" y="21631"/>
                </a:lnTo>
                <a:lnTo>
                  <a:pt x="1600650" y="28171"/>
                </a:lnTo>
                <a:lnTo>
                  <a:pt x="1550173" y="35551"/>
                </a:lnTo>
                <a:lnTo>
                  <a:pt x="1499988" y="43763"/>
                </a:lnTo>
                <a:lnTo>
                  <a:pt x="1450112" y="52799"/>
                </a:lnTo>
                <a:lnTo>
                  <a:pt x="1400561" y="62652"/>
                </a:lnTo>
                <a:lnTo>
                  <a:pt x="1351353" y="73314"/>
                </a:lnTo>
                <a:lnTo>
                  <a:pt x="1302504" y="84777"/>
                </a:lnTo>
                <a:lnTo>
                  <a:pt x="1254032" y="97033"/>
                </a:lnTo>
                <a:lnTo>
                  <a:pt x="1205607" y="109334"/>
                </a:lnTo>
                <a:lnTo>
                  <a:pt x="1157556" y="122512"/>
                </a:lnTo>
                <a:lnTo>
                  <a:pt x="1109883" y="136551"/>
                </a:lnTo>
                <a:lnTo>
                  <a:pt x="1062592" y="151439"/>
                </a:lnTo>
                <a:lnTo>
                  <a:pt x="1015689" y="167161"/>
                </a:lnTo>
                <a:lnTo>
                  <a:pt x="969178" y="183703"/>
                </a:lnTo>
                <a:lnTo>
                  <a:pt x="923064" y="201051"/>
                </a:lnTo>
                <a:lnTo>
                  <a:pt x="877353" y="219190"/>
                </a:lnTo>
                <a:lnTo>
                  <a:pt x="832049" y="238108"/>
                </a:lnTo>
                <a:lnTo>
                  <a:pt x="787157" y="257789"/>
                </a:lnTo>
                <a:lnTo>
                  <a:pt x="742681" y="278220"/>
                </a:lnTo>
                <a:lnTo>
                  <a:pt x="698627" y="299387"/>
                </a:lnTo>
                <a:lnTo>
                  <a:pt x="654999" y="321275"/>
                </a:lnTo>
                <a:lnTo>
                  <a:pt x="611803" y="343871"/>
                </a:lnTo>
                <a:lnTo>
                  <a:pt x="569043" y="367160"/>
                </a:lnTo>
                <a:lnTo>
                  <a:pt x="526724" y="391129"/>
                </a:lnTo>
                <a:lnTo>
                  <a:pt x="0" y="688642"/>
                </a:lnTo>
              </a:path>
            </a:pathLst>
          </a:custGeom>
          <a:ln w="41883">
            <a:solidFill>
              <a:srgbClr val="F86C02">
                <a:alpha val="50000"/>
              </a:srgbClr>
            </a:solidFill>
          </a:ln>
        </p:spPr>
        <p:txBody>
          <a:bodyPr wrap="square" lIns="0" tIns="0" rIns="0" bIns="0" rtlCol="0"/>
          <a:lstStyle/>
          <a:p>
            <a:pPr defTabSz="554492"/>
            <a:endParaRPr sz="1092" kern="0" dirty="0">
              <a:solidFill>
                <a:sysClr val="windowText" lastClr="000000"/>
              </a:solidFill>
            </a:endParaRPr>
          </a:p>
        </p:txBody>
      </p:sp>
      <p:pic>
        <p:nvPicPr>
          <p:cNvPr id="5" name="Graphic 4">
            <a:extLst>
              <a:ext uri="{FF2B5EF4-FFF2-40B4-BE49-F238E27FC236}">
                <a16:creationId xmlns:a16="http://schemas.microsoft.com/office/drawing/2014/main" id="{E0DE596F-E8A5-DC48-5987-16AC4308F2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3800" y="146546"/>
            <a:ext cx="611589" cy="678402"/>
          </a:xfrm>
          <a:prstGeom prst="rect">
            <a:avLst/>
          </a:prstGeom>
        </p:spPr>
      </p:pic>
    </p:spTree>
    <p:extLst>
      <p:ext uri="{BB962C8B-B14F-4D97-AF65-F5344CB8AC3E}">
        <p14:creationId xmlns:p14="http://schemas.microsoft.com/office/powerpoint/2010/main" val="1000006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slide">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3D13608-3A70-C4B8-E01E-6B4A405BBFC9}"/>
              </a:ext>
            </a:extLst>
          </p:cNvPr>
          <p:cNvSpPr>
            <a:spLocks noGrp="1"/>
          </p:cNvSpPr>
          <p:nvPr>
            <p:ph type="body" idx="1"/>
          </p:nvPr>
        </p:nvSpPr>
        <p:spPr>
          <a:xfrm>
            <a:off x="831850" y="1941343"/>
            <a:ext cx="10515600" cy="414830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A15C9195-EC27-41E8-2AD5-8A52BC489693}"/>
              </a:ext>
            </a:extLst>
          </p:cNvPr>
          <p:cNvSpPr>
            <a:spLocks noGrp="1"/>
          </p:cNvSpPr>
          <p:nvPr>
            <p:ph type="dt" sz="half" idx="10"/>
          </p:nvPr>
        </p:nvSpPr>
        <p:spPr/>
        <p:txBody>
          <a:bodyPr/>
          <a:lstStyle>
            <a:lvl1pPr>
              <a:defRPr/>
            </a:lvl1pPr>
          </a:lstStyle>
          <a:p>
            <a:r>
              <a:rPr lang="en-US" dirty="0"/>
              <a:t>Presentation Title:</a:t>
            </a:r>
          </a:p>
        </p:txBody>
      </p:sp>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65125"/>
            <a:ext cx="10515600" cy="1048039"/>
          </a:xfrm>
        </p:spPr>
        <p:txBody>
          <a:bodyPr/>
          <a:lstStyle>
            <a:lvl1pPr>
              <a:defRPr sz="3500">
                <a:solidFill>
                  <a:srgbClr val="EF6E23"/>
                </a:solidFill>
              </a:defRPr>
            </a:lvl1pPr>
          </a:lstStyle>
          <a:p>
            <a:r>
              <a:rPr lang="en-US" dirty="0"/>
              <a:t>Section Title Set </a:t>
            </a:r>
            <a:br>
              <a:rPr lang="en-US" dirty="0"/>
            </a:br>
            <a:r>
              <a:rPr lang="en-US" dirty="0"/>
              <a:t>Across 1 or 2 Lines </a:t>
            </a:r>
          </a:p>
        </p:txBody>
      </p:sp>
      <p:pic>
        <p:nvPicPr>
          <p:cNvPr id="2" name="Graphic 1">
            <a:extLst>
              <a:ext uri="{FF2B5EF4-FFF2-40B4-BE49-F238E27FC236}">
                <a16:creationId xmlns:a16="http://schemas.microsoft.com/office/drawing/2014/main" id="{A3A1ECF9-D0EE-6D83-9F7F-A25E00C9716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3800" y="146546"/>
            <a:ext cx="611589" cy="678402"/>
          </a:xfrm>
          <a:prstGeom prst="rect">
            <a:avLst/>
          </a:prstGeom>
        </p:spPr>
      </p:pic>
    </p:spTree>
    <p:extLst>
      <p:ext uri="{BB962C8B-B14F-4D97-AF65-F5344CB8AC3E}">
        <p14:creationId xmlns:p14="http://schemas.microsoft.com/office/powerpoint/2010/main" val="1233991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ext Yell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008AFF06-0B43-595A-2BF7-BE8AFFBACF91}"/>
              </a:ext>
            </a:extLst>
          </p:cNvPr>
          <p:cNvSpPr/>
          <p:nvPr userDrawn="1"/>
        </p:nvSpPr>
        <p:spPr>
          <a:xfrm>
            <a:off x="-5922" y="385"/>
            <a:ext cx="12191144"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FAA106"/>
          </a:solidFill>
        </p:spPr>
        <p:txBody>
          <a:bodyPr wrap="square" lIns="0" tIns="0" rIns="0" bIns="0" rtlCol="0"/>
          <a:lstStyle/>
          <a:p>
            <a:pPr defTabSz="554492"/>
            <a:endParaRPr sz="1092" kern="0" dirty="0">
              <a:solidFill>
                <a:sysClr val="windowText" lastClr="000000"/>
              </a:solidFill>
            </a:endParaRPr>
          </a:p>
        </p:txBody>
      </p:sp>
      <p:sp>
        <p:nvSpPr>
          <p:cNvPr id="3" name="Text Placeholder 2">
            <a:extLst>
              <a:ext uri="{FF2B5EF4-FFF2-40B4-BE49-F238E27FC236}">
                <a16:creationId xmlns:a16="http://schemas.microsoft.com/office/drawing/2014/main" id="{D3D13608-3A70-C4B8-E01E-6B4A405BBFC9}"/>
              </a:ext>
            </a:extLst>
          </p:cNvPr>
          <p:cNvSpPr>
            <a:spLocks noGrp="1"/>
          </p:cNvSpPr>
          <p:nvPr>
            <p:ph type="body" idx="1"/>
          </p:nvPr>
        </p:nvSpPr>
        <p:spPr>
          <a:xfrm>
            <a:off x="2340428" y="1941343"/>
            <a:ext cx="9007021" cy="414830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A15C9195-EC27-41E8-2AD5-8A52BC489693}"/>
              </a:ext>
            </a:extLst>
          </p:cNvPr>
          <p:cNvSpPr>
            <a:spLocks noGrp="1"/>
          </p:cNvSpPr>
          <p:nvPr>
            <p:ph type="dt" sz="half" idx="10"/>
          </p:nvPr>
        </p:nvSpPr>
        <p:spPr/>
        <p:txBody>
          <a:bodyPr/>
          <a:lstStyle>
            <a:lvl1pPr>
              <a:defRPr>
                <a:solidFill>
                  <a:schemeClr val="bg1"/>
                </a:solidFill>
              </a:defRPr>
            </a:lvl1pPr>
          </a:lstStyle>
          <a:p>
            <a:r>
              <a:rPr lang="en-US" dirty="0"/>
              <a:t>Presentation Title:</a:t>
            </a:r>
          </a:p>
        </p:txBody>
      </p:sp>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65125"/>
            <a:ext cx="10515600" cy="1048039"/>
          </a:xfrm>
        </p:spPr>
        <p:txBody>
          <a:bodyPr/>
          <a:lstStyle>
            <a:lvl1pPr>
              <a:defRPr sz="3500">
                <a:solidFill>
                  <a:schemeClr val="bg1"/>
                </a:solidFill>
              </a:defRPr>
            </a:lvl1pPr>
          </a:lstStyle>
          <a:p>
            <a:r>
              <a:rPr lang="en-US" dirty="0"/>
              <a:t>Section Title Set </a:t>
            </a:r>
            <a:br>
              <a:rPr lang="en-US" dirty="0"/>
            </a:br>
            <a:r>
              <a:rPr lang="en-US" dirty="0"/>
              <a:t>Across 1 or 2 Lines </a:t>
            </a:r>
          </a:p>
        </p:txBody>
      </p:sp>
      <p:sp>
        <p:nvSpPr>
          <p:cNvPr id="6" name="object 3">
            <a:extLst>
              <a:ext uri="{FF2B5EF4-FFF2-40B4-BE49-F238E27FC236}">
                <a16:creationId xmlns:a16="http://schemas.microsoft.com/office/drawing/2014/main" id="{2F017BDE-62FC-0ED7-E221-E7433297E661}"/>
              </a:ext>
            </a:extLst>
          </p:cNvPr>
          <p:cNvSpPr/>
          <p:nvPr userDrawn="1"/>
        </p:nvSpPr>
        <p:spPr>
          <a:xfrm>
            <a:off x="0" y="2645411"/>
            <a:ext cx="2340429" cy="4299290"/>
          </a:xfrm>
          <a:custGeom>
            <a:avLst/>
            <a:gdLst/>
            <a:ahLst/>
            <a:cxnLst/>
            <a:rect l="l" t="t" r="r" b="b"/>
            <a:pathLst>
              <a:path w="5593080" h="10274300">
                <a:moveTo>
                  <a:pt x="5592711" y="5355933"/>
                </a:moveTo>
                <a:lnTo>
                  <a:pt x="5592203" y="5310505"/>
                </a:lnTo>
                <a:lnTo>
                  <a:pt x="5590984" y="5265064"/>
                </a:lnTo>
                <a:lnTo>
                  <a:pt x="5589041" y="5219700"/>
                </a:lnTo>
                <a:lnTo>
                  <a:pt x="5586387" y="5174170"/>
                </a:lnTo>
                <a:lnTo>
                  <a:pt x="5583009" y="5128730"/>
                </a:lnTo>
                <a:lnTo>
                  <a:pt x="5578894" y="5083302"/>
                </a:lnTo>
                <a:lnTo>
                  <a:pt x="5574068" y="5037899"/>
                </a:lnTo>
                <a:lnTo>
                  <a:pt x="5568505" y="4992535"/>
                </a:lnTo>
                <a:lnTo>
                  <a:pt x="5562206" y="4947209"/>
                </a:lnTo>
                <a:lnTo>
                  <a:pt x="5555170" y="4901933"/>
                </a:lnTo>
                <a:lnTo>
                  <a:pt x="5547398" y="4856708"/>
                </a:lnTo>
                <a:lnTo>
                  <a:pt x="5538889" y="4811560"/>
                </a:lnTo>
                <a:lnTo>
                  <a:pt x="5529631" y="4766488"/>
                </a:lnTo>
                <a:lnTo>
                  <a:pt x="5519623" y="4721491"/>
                </a:lnTo>
                <a:lnTo>
                  <a:pt x="5508879" y="4676584"/>
                </a:lnTo>
                <a:lnTo>
                  <a:pt x="5497373" y="4631791"/>
                </a:lnTo>
                <a:lnTo>
                  <a:pt x="5485117" y="4587087"/>
                </a:lnTo>
                <a:lnTo>
                  <a:pt x="5472100" y="4542510"/>
                </a:lnTo>
                <a:lnTo>
                  <a:pt x="5458320" y="4498048"/>
                </a:lnTo>
                <a:lnTo>
                  <a:pt x="5443779" y="4453725"/>
                </a:lnTo>
                <a:lnTo>
                  <a:pt x="5428475" y="4409554"/>
                </a:lnTo>
                <a:lnTo>
                  <a:pt x="5412397" y="4365510"/>
                </a:lnTo>
                <a:lnTo>
                  <a:pt x="5395557" y="4321645"/>
                </a:lnTo>
                <a:lnTo>
                  <a:pt x="5377929" y="4277931"/>
                </a:lnTo>
                <a:lnTo>
                  <a:pt x="5359539" y="4234396"/>
                </a:lnTo>
                <a:lnTo>
                  <a:pt x="5340362" y="4191038"/>
                </a:lnTo>
                <a:lnTo>
                  <a:pt x="5320411" y="4147870"/>
                </a:lnTo>
                <a:lnTo>
                  <a:pt x="5298630" y="4102976"/>
                </a:lnTo>
                <a:lnTo>
                  <a:pt x="5276164" y="4058539"/>
                </a:lnTo>
                <a:lnTo>
                  <a:pt x="5253012" y="4014597"/>
                </a:lnTo>
                <a:lnTo>
                  <a:pt x="5229174" y="3971125"/>
                </a:lnTo>
                <a:lnTo>
                  <a:pt x="5204676" y="3928160"/>
                </a:lnTo>
                <a:lnTo>
                  <a:pt x="5179517" y="3885692"/>
                </a:lnTo>
                <a:lnTo>
                  <a:pt x="5153698" y="3843718"/>
                </a:lnTo>
                <a:lnTo>
                  <a:pt x="5127231" y="3802265"/>
                </a:lnTo>
                <a:lnTo>
                  <a:pt x="5100129" y="3761333"/>
                </a:lnTo>
                <a:lnTo>
                  <a:pt x="5072405" y="3720909"/>
                </a:lnTo>
                <a:lnTo>
                  <a:pt x="5044059" y="3681031"/>
                </a:lnTo>
                <a:lnTo>
                  <a:pt x="5015103" y="3641674"/>
                </a:lnTo>
                <a:lnTo>
                  <a:pt x="4985537" y="3602863"/>
                </a:lnTo>
                <a:lnTo>
                  <a:pt x="4955375" y="3564598"/>
                </a:lnTo>
                <a:lnTo>
                  <a:pt x="4924628" y="3526879"/>
                </a:lnTo>
                <a:lnTo>
                  <a:pt x="4893297" y="3489718"/>
                </a:lnTo>
                <a:lnTo>
                  <a:pt x="4861395" y="3453130"/>
                </a:lnTo>
                <a:lnTo>
                  <a:pt x="4828933" y="3417112"/>
                </a:lnTo>
                <a:lnTo>
                  <a:pt x="4795913" y="3381654"/>
                </a:lnTo>
                <a:lnTo>
                  <a:pt x="4762347" y="3346793"/>
                </a:lnTo>
                <a:lnTo>
                  <a:pt x="4728248" y="3312515"/>
                </a:lnTo>
                <a:lnTo>
                  <a:pt x="4693615" y="3278835"/>
                </a:lnTo>
                <a:lnTo>
                  <a:pt x="4658461" y="3245739"/>
                </a:lnTo>
                <a:lnTo>
                  <a:pt x="4622787" y="3213265"/>
                </a:lnTo>
                <a:lnTo>
                  <a:pt x="4586605" y="3181388"/>
                </a:lnTo>
                <a:lnTo>
                  <a:pt x="4549927" y="3150133"/>
                </a:lnTo>
                <a:lnTo>
                  <a:pt x="4512767" y="3119513"/>
                </a:lnTo>
                <a:lnTo>
                  <a:pt x="4475111" y="3089503"/>
                </a:lnTo>
                <a:lnTo>
                  <a:pt x="4436999" y="3060141"/>
                </a:lnTo>
                <a:lnTo>
                  <a:pt x="4398403" y="3031413"/>
                </a:lnTo>
                <a:lnTo>
                  <a:pt x="4359364" y="3003334"/>
                </a:lnTo>
                <a:lnTo>
                  <a:pt x="4319867" y="2975902"/>
                </a:lnTo>
                <a:lnTo>
                  <a:pt x="4279938" y="2949130"/>
                </a:lnTo>
                <a:lnTo>
                  <a:pt x="4239577" y="2923032"/>
                </a:lnTo>
                <a:lnTo>
                  <a:pt x="4198785" y="2897594"/>
                </a:lnTo>
                <a:lnTo>
                  <a:pt x="4157573" y="2872841"/>
                </a:lnTo>
                <a:lnTo>
                  <a:pt x="4115955" y="2848762"/>
                </a:lnTo>
                <a:lnTo>
                  <a:pt x="4073944" y="2825369"/>
                </a:lnTo>
                <a:lnTo>
                  <a:pt x="4031538" y="2802674"/>
                </a:lnTo>
                <a:lnTo>
                  <a:pt x="3988739" y="2780677"/>
                </a:lnTo>
                <a:lnTo>
                  <a:pt x="3945572" y="2759379"/>
                </a:lnTo>
                <a:lnTo>
                  <a:pt x="3902049" y="2738805"/>
                </a:lnTo>
                <a:lnTo>
                  <a:pt x="3858145" y="2718943"/>
                </a:lnTo>
                <a:lnTo>
                  <a:pt x="3813911" y="2699804"/>
                </a:lnTo>
                <a:lnTo>
                  <a:pt x="3769322" y="2681389"/>
                </a:lnTo>
                <a:lnTo>
                  <a:pt x="3724402" y="2663710"/>
                </a:lnTo>
                <a:lnTo>
                  <a:pt x="3679152" y="2646781"/>
                </a:lnTo>
                <a:lnTo>
                  <a:pt x="3633584" y="2630589"/>
                </a:lnTo>
                <a:lnTo>
                  <a:pt x="3587712" y="2615158"/>
                </a:lnTo>
                <a:lnTo>
                  <a:pt x="3541522" y="2600477"/>
                </a:lnTo>
                <a:lnTo>
                  <a:pt x="3495052" y="2586571"/>
                </a:lnTo>
                <a:lnTo>
                  <a:pt x="3448291" y="2573426"/>
                </a:lnTo>
                <a:lnTo>
                  <a:pt x="3401263" y="2561056"/>
                </a:lnTo>
                <a:lnTo>
                  <a:pt x="3353955" y="2549474"/>
                </a:lnTo>
                <a:lnTo>
                  <a:pt x="3306381" y="2538679"/>
                </a:lnTo>
                <a:lnTo>
                  <a:pt x="3258566" y="2528684"/>
                </a:lnTo>
                <a:lnTo>
                  <a:pt x="3210509" y="2519476"/>
                </a:lnTo>
                <a:lnTo>
                  <a:pt x="3162198" y="2511082"/>
                </a:lnTo>
                <a:lnTo>
                  <a:pt x="3113671" y="2503500"/>
                </a:lnTo>
                <a:lnTo>
                  <a:pt x="3064916" y="2496731"/>
                </a:lnTo>
                <a:lnTo>
                  <a:pt x="3015958" y="2490787"/>
                </a:lnTo>
                <a:lnTo>
                  <a:pt x="2966796" y="2485682"/>
                </a:lnTo>
                <a:lnTo>
                  <a:pt x="2959671" y="2485682"/>
                </a:lnTo>
                <a:lnTo>
                  <a:pt x="2954947" y="2483307"/>
                </a:lnTo>
                <a:lnTo>
                  <a:pt x="2950210" y="2483307"/>
                </a:lnTo>
                <a:lnTo>
                  <a:pt x="2942844" y="2489200"/>
                </a:lnTo>
                <a:lnTo>
                  <a:pt x="2921800" y="2489200"/>
                </a:lnTo>
                <a:lnTo>
                  <a:pt x="2923984" y="2438400"/>
                </a:lnTo>
                <a:lnTo>
                  <a:pt x="2925076" y="2387600"/>
                </a:lnTo>
                <a:lnTo>
                  <a:pt x="2925089" y="2336800"/>
                </a:lnTo>
                <a:lnTo>
                  <a:pt x="2924010" y="2298700"/>
                </a:lnTo>
                <a:lnTo>
                  <a:pt x="2921851" y="2247900"/>
                </a:lnTo>
                <a:lnTo>
                  <a:pt x="2918612" y="2197100"/>
                </a:lnTo>
                <a:lnTo>
                  <a:pt x="2914281" y="2146300"/>
                </a:lnTo>
                <a:lnTo>
                  <a:pt x="2908884" y="2095500"/>
                </a:lnTo>
                <a:lnTo>
                  <a:pt x="2902420" y="2044700"/>
                </a:lnTo>
                <a:lnTo>
                  <a:pt x="2894876" y="2006600"/>
                </a:lnTo>
                <a:lnTo>
                  <a:pt x="2886265" y="1955800"/>
                </a:lnTo>
                <a:lnTo>
                  <a:pt x="2876588" y="1905000"/>
                </a:lnTo>
                <a:lnTo>
                  <a:pt x="2865856" y="1854200"/>
                </a:lnTo>
                <a:lnTo>
                  <a:pt x="2854058" y="1803400"/>
                </a:lnTo>
                <a:lnTo>
                  <a:pt x="2841193" y="1765300"/>
                </a:lnTo>
                <a:lnTo>
                  <a:pt x="2827274" y="1714500"/>
                </a:lnTo>
                <a:lnTo>
                  <a:pt x="2823540" y="1701800"/>
                </a:lnTo>
                <a:lnTo>
                  <a:pt x="2812313" y="1663700"/>
                </a:lnTo>
                <a:lnTo>
                  <a:pt x="2796286" y="1612900"/>
                </a:lnTo>
                <a:lnTo>
                  <a:pt x="2779217" y="1574800"/>
                </a:lnTo>
                <a:lnTo>
                  <a:pt x="2761107" y="1524000"/>
                </a:lnTo>
                <a:lnTo>
                  <a:pt x="2741942" y="1473200"/>
                </a:lnTo>
                <a:lnTo>
                  <a:pt x="2721737" y="1435100"/>
                </a:lnTo>
                <a:lnTo>
                  <a:pt x="2700490" y="1384300"/>
                </a:lnTo>
                <a:lnTo>
                  <a:pt x="2678214" y="1333500"/>
                </a:lnTo>
                <a:lnTo>
                  <a:pt x="2654897" y="1295400"/>
                </a:lnTo>
                <a:lnTo>
                  <a:pt x="2630551" y="1244600"/>
                </a:lnTo>
                <a:lnTo>
                  <a:pt x="2607119" y="1206500"/>
                </a:lnTo>
                <a:lnTo>
                  <a:pt x="2582849" y="1168400"/>
                </a:lnTo>
                <a:lnTo>
                  <a:pt x="2557780" y="1117600"/>
                </a:lnTo>
                <a:lnTo>
                  <a:pt x="2531897" y="1079500"/>
                </a:lnTo>
                <a:lnTo>
                  <a:pt x="2505227" y="1041400"/>
                </a:lnTo>
                <a:lnTo>
                  <a:pt x="2477782" y="1003300"/>
                </a:lnTo>
                <a:lnTo>
                  <a:pt x="2449588" y="965200"/>
                </a:lnTo>
                <a:lnTo>
                  <a:pt x="2420620" y="927100"/>
                </a:lnTo>
                <a:lnTo>
                  <a:pt x="2390927" y="889000"/>
                </a:lnTo>
                <a:lnTo>
                  <a:pt x="2360511" y="850900"/>
                </a:lnTo>
                <a:lnTo>
                  <a:pt x="2329370" y="812800"/>
                </a:lnTo>
                <a:lnTo>
                  <a:pt x="2297531" y="787400"/>
                </a:lnTo>
                <a:lnTo>
                  <a:pt x="2264994" y="749300"/>
                </a:lnTo>
                <a:lnTo>
                  <a:pt x="2231796" y="711200"/>
                </a:lnTo>
                <a:lnTo>
                  <a:pt x="2197925" y="673100"/>
                </a:lnTo>
                <a:lnTo>
                  <a:pt x="2163394" y="647700"/>
                </a:lnTo>
                <a:lnTo>
                  <a:pt x="2128228" y="609600"/>
                </a:lnTo>
                <a:lnTo>
                  <a:pt x="2092439" y="584200"/>
                </a:lnTo>
                <a:lnTo>
                  <a:pt x="2056028" y="558800"/>
                </a:lnTo>
                <a:lnTo>
                  <a:pt x="2019020" y="520700"/>
                </a:lnTo>
                <a:lnTo>
                  <a:pt x="1981415" y="495300"/>
                </a:lnTo>
                <a:lnTo>
                  <a:pt x="1904492" y="444500"/>
                </a:lnTo>
                <a:lnTo>
                  <a:pt x="1865198" y="406400"/>
                </a:lnTo>
                <a:lnTo>
                  <a:pt x="1784985" y="355600"/>
                </a:lnTo>
                <a:lnTo>
                  <a:pt x="1744091" y="330200"/>
                </a:lnTo>
                <a:lnTo>
                  <a:pt x="1702701" y="317500"/>
                </a:lnTo>
                <a:lnTo>
                  <a:pt x="1575625" y="241300"/>
                </a:lnTo>
                <a:lnTo>
                  <a:pt x="1532343" y="228600"/>
                </a:lnTo>
                <a:lnTo>
                  <a:pt x="1488617" y="203200"/>
                </a:lnTo>
                <a:lnTo>
                  <a:pt x="1444459" y="190500"/>
                </a:lnTo>
                <a:lnTo>
                  <a:pt x="1399882" y="165100"/>
                </a:lnTo>
                <a:lnTo>
                  <a:pt x="1263777" y="127000"/>
                </a:lnTo>
                <a:lnTo>
                  <a:pt x="1217663" y="101600"/>
                </a:lnTo>
                <a:lnTo>
                  <a:pt x="1124356" y="76200"/>
                </a:lnTo>
                <a:lnTo>
                  <a:pt x="1077214" y="76200"/>
                </a:lnTo>
                <a:lnTo>
                  <a:pt x="933881" y="38100"/>
                </a:lnTo>
                <a:lnTo>
                  <a:pt x="885532" y="38100"/>
                </a:lnTo>
                <a:lnTo>
                  <a:pt x="788035" y="12700"/>
                </a:lnTo>
                <a:lnTo>
                  <a:pt x="689546" y="12700"/>
                </a:lnTo>
                <a:lnTo>
                  <a:pt x="639965" y="0"/>
                </a:lnTo>
                <a:lnTo>
                  <a:pt x="329438" y="0"/>
                </a:lnTo>
                <a:lnTo>
                  <a:pt x="276415" y="12700"/>
                </a:lnTo>
                <a:lnTo>
                  <a:pt x="223685" y="12700"/>
                </a:lnTo>
                <a:lnTo>
                  <a:pt x="171272" y="25400"/>
                </a:lnTo>
                <a:lnTo>
                  <a:pt x="119214" y="25400"/>
                </a:lnTo>
                <a:lnTo>
                  <a:pt x="16217" y="50800"/>
                </a:lnTo>
                <a:lnTo>
                  <a:pt x="0" y="50800"/>
                </a:lnTo>
                <a:lnTo>
                  <a:pt x="0" y="1765300"/>
                </a:lnTo>
                <a:lnTo>
                  <a:pt x="33401" y="1752600"/>
                </a:lnTo>
                <a:lnTo>
                  <a:pt x="239052" y="1701800"/>
                </a:lnTo>
                <a:lnTo>
                  <a:pt x="430237" y="1701800"/>
                </a:lnTo>
                <a:lnTo>
                  <a:pt x="466013" y="1714500"/>
                </a:lnTo>
                <a:lnTo>
                  <a:pt x="504583" y="1714500"/>
                </a:lnTo>
                <a:lnTo>
                  <a:pt x="545541" y="1727200"/>
                </a:lnTo>
                <a:lnTo>
                  <a:pt x="588441" y="1739900"/>
                </a:lnTo>
                <a:lnTo>
                  <a:pt x="678345" y="1765300"/>
                </a:lnTo>
                <a:lnTo>
                  <a:pt x="817067" y="1841500"/>
                </a:lnTo>
                <a:lnTo>
                  <a:pt x="862609" y="1879600"/>
                </a:lnTo>
                <a:lnTo>
                  <a:pt x="907097" y="1917700"/>
                </a:lnTo>
                <a:lnTo>
                  <a:pt x="950099" y="1955800"/>
                </a:lnTo>
                <a:lnTo>
                  <a:pt x="991184" y="2006600"/>
                </a:lnTo>
                <a:lnTo>
                  <a:pt x="1029906" y="2057400"/>
                </a:lnTo>
                <a:lnTo>
                  <a:pt x="1058405" y="2095500"/>
                </a:lnTo>
                <a:lnTo>
                  <a:pt x="1083856" y="2146300"/>
                </a:lnTo>
                <a:lnTo>
                  <a:pt x="1106208" y="2184400"/>
                </a:lnTo>
                <a:lnTo>
                  <a:pt x="1125397" y="2235200"/>
                </a:lnTo>
                <a:lnTo>
                  <a:pt x="1141374" y="2286000"/>
                </a:lnTo>
                <a:lnTo>
                  <a:pt x="1154087" y="2324100"/>
                </a:lnTo>
                <a:lnTo>
                  <a:pt x="1163459" y="2374900"/>
                </a:lnTo>
                <a:lnTo>
                  <a:pt x="1169441" y="2413000"/>
                </a:lnTo>
                <a:lnTo>
                  <a:pt x="1171981" y="2463800"/>
                </a:lnTo>
                <a:lnTo>
                  <a:pt x="1188554" y="3390900"/>
                </a:lnTo>
                <a:lnTo>
                  <a:pt x="1200391" y="3886200"/>
                </a:lnTo>
                <a:lnTo>
                  <a:pt x="2663698" y="3835400"/>
                </a:lnTo>
                <a:lnTo>
                  <a:pt x="2770251" y="3835400"/>
                </a:lnTo>
                <a:lnTo>
                  <a:pt x="2818993" y="3848100"/>
                </a:lnTo>
                <a:lnTo>
                  <a:pt x="2867380" y="3848100"/>
                </a:lnTo>
                <a:lnTo>
                  <a:pt x="3147682" y="3924300"/>
                </a:lnTo>
                <a:lnTo>
                  <a:pt x="3192322" y="3949700"/>
                </a:lnTo>
                <a:lnTo>
                  <a:pt x="3236264" y="3962400"/>
                </a:lnTo>
                <a:lnTo>
                  <a:pt x="3279457" y="3987800"/>
                </a:lnTo>
                <a:lnTo>
                  <a:pt x="3321837" y="4013200"/>
                </a:lnTo>
                <a:lnTo>
                  <a:pt x="3363391" y="4038600"/>
                </a:lnTo>
                <a:lnTo>
                  <a:pt x="3404070" y="4064000"/>
                </a:lnTo>
                <a:lnTo>
                  <a:pt x="3443808" y="4089400"/>
                </a:lnTo>
                <a:lnTo>
                  <a:pt x="3482581" y="4114800"/>
                </a:lnTo>
                <a:lnTo>
                  <a:pt x="3520338" y="4152900"/>
                </a:lnTo>
                <a:lnTo>
                  <a:pt x="3557041" y="4178300"/>
                </a:lnTo>
                <a:lnTo>
                  <a:pt x="3592639" y="4216400"/>
                </a:lnTo>
                <a:lnTo>
                  <a:pt x="3627107" y="4241800"/>
                </a:lnTo>
                <a:lnTo>
                  <a:pt x="3660368" y="4279900"/>
                </a:lnTo>
                <a:lnTo>
                  <a:pt x="3692410" y="4318000"/>
                </a:lnTo>
                <a:lnTo>
                  <a:pt x="3723170" y="4356100"/>
                </a:lnTo>
                <a:lnTo>
                  <a:pt x="3752608" y="4394200"/>
                </a:lnTo>
                <a:lnTo>
                  <a:pt x="3780688" y="4445000"/>
                </a:lnTo>
                <a:lnTo>
                  <a:pt x="3807358" y="4483100"/>
                </a:lnTo>
                <a:lnTo>
                  <a:pt x="3830586" y="4521200"/>
                </a:lnTo>
                <a:lnTo>
                  <a:pt x="3852138" y="4559300"/>
                </a:lnTo>
                <a:lnTo>
                  <a:pt x="3872039" y="4610100"/>
                </a:lnTo>
                <a:lnTo>
                  <a:pt x="3890302" y="4648200"/>
                </a:lnTo>
                <a:lnTo>
                  <a:pt x="3906926" y="4686300"/>
                </a:lnTo>
                <a:lnTo>
                  <a:pt x="3921925" y="4737100"/>
                </a:lnTo>
                <a:lnTo>
                  <a:pt x="3935298" y="4775200"/>
                </a:lnTo>
                <a:lnTo>
                  <a:pt x="3947071" y="4826000"/>
                </a:lnTo>
                <a:lnTo>
                  <a:pt x="3957256" y="4864100"/>
                </a:lnTo>
                <a:lnTo>
                  <a:pt x="3965841" y="4914900"/>
                </a:lnTo>
                <a:lnTo>
                  <a:pt x="3972852" y="4953000"/>
                </a:lnTo>
                <a:lnTo>
                  <a:pt x="3978300" y="5003800"/>
                </a:lnTo>
                <a:lnTo>
                  <a:pt x="3982174" y="5041900"/>
                </a:lnTo>
                <a:lnTo>
                  <a:pt x="3984510" y="5092700"/>
                </a:lnTo>
                <a:lnTo>
                  <a:pt x="3985285" y="5130089"/>
                </a:lnTo>
                <a:lnTo>
                  <a:pt x="3984574" y="5174246"/>
                </a:lnTo>
                <a:lnTo>
                  <a:pt x="3982313" y="5219306"/>
                </a:lnTo>
                <a:lnTo>
                  <a:pt x="3978541" y="5264289"/>
                </a:lnTo>
                <a:lnTo>
                  <a:pt x="3973271" y="5309184"/>
                </a:lnTo>
                <a:lnTo>
                  <a:pt x="3966514" y="5353913"/>
                </a:lnTo>
                <a:lnTo>
                  <a:pt x="3958259" y="5398465"/>
                </a:lnTo>
                <a:lnTo>
                  <a:pt x="3948544" y="5442788"/>
                </a:lnTo>
                <a:lnTo>
                  <a:pt x="3937355" y="5486844"/>
                </a:lnTo>
                <a:lnTo>
                  <a:pt x="3924719" y="5530596"/>
                </a:lnTo>
                <a:lnTo>
                  <a:pt x="3910634" y="5573992"/>
                </a:lnTo>
                <a:lnTo>
                  <a:pt x="3895115" y="5616994"/>
                </a:lnTo>
                <a:lnTo>
                  <a:pt x="3878173" y="5659577"/>
                </a:lnTo>
                <a:lnTo>
                  <a:pt x="3859809" y="5701690"/>
                </a:lnTo>
                <a:lnTo>
                  <a:pt x="3840048" y="5743295"/>
                </a:lnTo>
                <a:lnTo>
                  <a:pt x="3818877" y="5784342"/>
                </a:lnTo>
                <a:lnTo>
                  <a:pt x="3796322" y="5824817"/>
                </a:lnTo>
                <a:lnTo>
                  <a:pt x="3772395" y="5864644"/>
                </a:lnTo>
                <a:lnTo>
                  <a:pt x="3747097" y="5903811"/>
                </a:lnTo>
                <a:lnTo>
                  <a:pt x="3720439" y="5942266"/>
                </a:lnTo>
                <a:lnTo>
                  <a:pt x="3692423" y="5979973"/>
                </a:lnTo>
                <a:lnTo>
                  <a:pt x="3663073" y="6016879"/>
                </a:lnTo>
                <a:lnTo>
                  <a:pt x="3632390" y="6052972"/>
                </a:lnTo>
                <a:lnTo>
                  <a:pt x="3600386" y="6088177"/>
                </a:lnTo>
                <a:lnTo>
                  <a:pt x="3567074" y="6122479"/>
                </a:lnTo>
                <a:lnTo>
                  <a:pt x="3532454" y="6155829"/>
                </a:lnTo>
                <a:lnTo>
                  <a:pt x="3496551" y="6188189"/>
                </a:lnTo>
                <a:lnTo>
                  <a:pt x="3459353" y="6219520"/>
                </a:lnTo>
                <a:lnTo>
                  <a:pt x="3420884" y="6249784"/>
                </a:lnTo>
                <a:lnTo>
                  <a:pt x="3381159" y="6278918"/>
                </a:lnTo>
                <a:lnTo>
                  <a:pt x="733933" y="8140039"/>
                </a:lnTo>
                <a:lnTo>
                  <a:pt x="733640" y="8140700"/>
                </a:lnTo>
                <a:lnTo>
                  <a:pt x="731558" y="8140700"/>
                </a:lnTo>
                <a:lnTo>
                  <a:pt x="0" y="7112000"/>
                </a:lnTo>
                <a:lnTo>
                  <a:pt x="0" y="9854933"/>
                </a:lnTo>
                <a:lnTo>
                  <a:pt x="0" y="10274300"/>
                </a:lnTo>
                <a:lnTo>
                  <a:pt x="3787800" y="8140700"/>
                </a:lnTo>
                <a:lnTo>
                  <a:pt x="4058348" y="7988300"/>
                </a:lnTo>
                <a:lnTo>
                  <a:pt x="4142244" y="7937500"/>
                </a:lnTo>
                <a:lnTo>
                  <a:pt x="4224020" y="7886700"/>
                </a:lnTo>
                <a:lnTo>
                  <a:pt x="4264114" y="7861300"/>
                </a:lnTo>
                <a:lnTo>
                  <a:pt x="4303661" y="7823200"/>
                </a:lnTo>
                <a:lnTo>
                  <a:pt x="4381131" y="7772400"/>
                </a:lnTo>
                <a:lnTo>
                  <a:pt x="4419054" y="7747000"/>
                </a:lnTo>
                <a:lnTo>
                  <a:pt x="4456417" y="7708900"/>
                </a:lnTo>
                <a:lnTo>
                  <a:pt x="4493247" y="7683500"/>
                </a:lnTo>
                <a:lnTo>
                  <a:pt x="4529506" y="7658100"/>
                </a:lnTo>
                <a:lnTo>
                  <a:pt x="4565218" y="7620000"/>
                </a:lnTo>
                <a:lnTo>
                  <a:pt x="4600372" y="7594600"/>
                </a:lnTo>
                <a:lnTo>
                  <a:pt x="4634954" y="7556500"/>
                </a:lnTo>
                <a:lnTo>
                  <a:pt x="4668977" y="7531100"/>
                </a:lnTo>
                <a:lnTo>
                  <a:pt x="4702429" y="7493000"/>
                </a:lnTo>
                <a:lnTo>
                  <a:pt x="4735322" y="7467600"/>
                </a:lnTo>
                <a:lnTo>
                  <a:pt x="4767631" y="7429500"/>
                </a:lnTo>
                <a:lnTo>
                  <a:pt x="4799368" y="7391400"/>
                </a:lnTo>
                <a:lnTo>
                  <a:pt x="4830521" y="7366000"/>
                </a:lnTo>
                <a:lnTo>
                  <a:pt x="4861103" y="7327900"/>
                </a:lnTo>
                <a:lnTo>
                  <a:pt x="4891087" y="7289800"/>
                </a:lnTo>
                <a:lnTo>
                  <a:pt x="4920500" y="7251700"/>
                </a:lnTo>
                <a:lnTo>
                  <a:pt x="4949317" y="7213600"/>
                </a:lnTo>
                <a:lnTo>
                  <a:pt x="4977536" y="7188200"/>
                </a:lnTo>
                <a:lnTo>
                  <a:pt x="5005171" y="7150100"/>
                </a:lnTo>
                <a:lnTo>
                  <a:pt x="5032210" y="7112000"/>
                </a:lnTo>
                <a:lnTo>
                  <a:pt x="5058638" y="7073900"/>
                </a:lnTo>
                <a:lnTo>
                  <a:pt x="5084470" y="7035800"/>
                </a:lnTo>
                <a:lnTo>
                  <a:pt x="5109692" y="6997700"/>
                </a:lnTo>
                <a:lnTo>
                  <a:pt x="5134305" y="6959600"/>
                </a:lnTo>
                <a:lnTo>
                  <a:pt x="5158321" y="6921500"/>
                </a:lnTo>
                <a:lnTo>
                  <a:pt x="5181701" y="6883400"/>
                </a:lnTo>
                <a:lnTo>
                  <a:pt x="5204485" y="6832600"/>
                </a:lnTo>
                <a:lnTo>
                  <a:pt x="5226634" y="6794500"/>
                </a:lnTo>
                <a:lnTo>
                  <a:pt x="5248173" y="6756400"/>
                </a:lnTo>
                <a:lnTo>
                  <a:pt x="5269077" y="6718300"/>
                </a:lnTo>
                <a:lnTo>
                  <a:pt x="5289372" y="6680200"/>
                </a:lnTo>
                <a:lnTo>
                  <a:pt x="5309019" y="6629400"/>
                </a:lnTo>
                <a:lnTo>
                  <a:pt x="5328043" y="6591300"/>
                </a:lnTo>
                <a:lnTo>
                  <a:pt x="5346420" y="6553200"/>
                </a:lnTo>
                <a:lnTo>
                  <a:pt x="5364175" y="6515100"/>
                </a:lnTo>
                <a:lnTo>
                  <a:pt x="5381282" y="6464300"/>
                </a:lnTo>
                <a:lnTo>
                  <a:pt x="5397741" y="6426200"/>
                </a:lnTo>
                <a:lnTo>
                  <a:pt x="5413553" y="6388100"/>
                </a:lnTo>
                <a:lnTo>
                  <a:pt x="5428716" y="6337300"/>
                </a:lnTo>
                <a:lnTo>
                  <a:pt x="5443232" y="6299200"/>
                </a:lnTo>
                <a:lnTo>
                  <a:pt x="5457101" y="6248400"/>
                </a:lnTo>
                <a:lnTo>
                  <a:pt x="5470296" y="6210300"/>
                </a:lnTo>
                <a:lnTo>
                  <a:pt x="5482844" y="6172200"/>
                </a:lnTo>
                <a:lnTo>
                  <a:pt x="5494731" y="6121400"/>
                </a:lnTo>
                <a:lnTo>
                  <a:pt x="5505945" y="6083300"/>
                </a:lnTo>
                <a:lnTo>
                  <a:pt x="5516486" y="6032500"/>
                </a:lnTo>
                <a:lnTo>
                  <a:pt x="5526367" y="5994400"/>
                </a:lnTo>
                <a:lnTo>
                  <a:pt x="5535574" y="5943600"/>
                </a:lnTo>
                <a:lnTo>
                  <a:pt x="5544096" y="5905500"/>
                </a:lnTo>
                <a:lnTo>
                  <a:pt x="5551944" y="5854700"/>
                </a:lnTo>
                <a:lnTo>
                  <a:pt x="5559120" y="5816600"/>
                </a:lnTo>
                <a:lnTo>
                  <a:pt x="5565597" y="5765800"/>
                </a:lnTo>
                <a:lnTo>
                  <a:pt x="5571401" y="5727700"/>
                </a:lnTo>
                <a:lnTo>
                  <a:pt x="5576506" y="5676900"/>
                </a:lnTo>
                <a:lnTo>
                  <a:pt x="5580913" y="5638800"/>
                </a:lnTo>
                <a:lnTo>
                  <a:pt x="5584634" y="5588000"/>
                </a:lnTo>
                <a:lnTo>
                  <a:pt x="5587657" y="5549900"/>
                </a:lnTo>
                <a:lnTo>
                  <a:pt x="5589981" y="5499100"/>
                </a:lnTo>
                <a:lnTo>
                  <a:pt x="5591594" y="5448300"/>
                </a:lnTo>
                <a:lnTo>
                  <a:pt x="5592508" y="5410200"/>
                </a:lnTo>
                <a:lnTo>
                  <a:pt x="5592711" y="5359400"/>
                </a:lnTo>
                <a:lnTo>
                  <a:pt x="5592699" y="5358536"/>
                </a:lnTo>
                <a:lnTo>
                  <a:pt x="5592711" y="5355933"/>
                </a:lnTo>
                <a:close/>
              </a:path>
            </a:pathLst>
          </a:custGeom>
          <a:solidFill>
            <a:srgbClr val="FFFFFF"/>
          </a:solidFill>
        </p:spPr>
        <p:txBody>
          <a:bodyPr wrap="square" lIns="0" tIns="0" rIns="0" bIns="0" rtlCol="0"/>
          <a:lstStyle/>
          <a:p>
            <a:pPr defTabSz="554492"/>
            <a:endParaRPr sz="1092" kern="0">
              <a:solidFill>
                <a:sysClr val="windowText" lastClr="000000"/>
              </a:solidFill>
            </a:endParaRPr>
          </a:p>
        </p:txBody>
      </p:sp>
    </p:spTree>
    <p:extLst>
      <p:ext uri="{BB962C8B-B14F-4D97-AF65-F5344CB8AC3E}">
        <p14:creationId xmlns:p14="http://schemas.microsoft.com/office/powerpoint/2010/main" val="875836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ext Twin Column -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EFCF5F5-AE65-26BE-F083-97DE513644F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D3D13608-3A70-C4B8-E01E-6B4A405BBFC9}"/>
              </a:ext>
            </a:extLst>
          </p:cNvPr>
          <p:cNvSpPr>
            <a:spLocks noGrp="1"/>
          </p:cNvSpPr>
          <p:nvPr>
            <p:ph type="body" idx="1" hasCustomPrompt="1"/>
          </p:nvPr>
        </p:nvSpPr>
        <p:spPr>
          <a:xfrm>
            <a:off x="831850" y="1941343"/>
            <a:ext cx="5034378" cy="414830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lorem ipsum lorem ipsum lorem ipsum lorem ipsum lorem ipsum lorem ipsum lorem ipsum lorem ipsum lorem ipsum lorem ipsum lorem ipsum lorem ipsum lorem ipsum lorem ipsum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 name="Date Placeholder 3">
            <a:extLst>
              <a:ext uri="{FF2B5EF4-FFF2-40B4-BE49-F238E27FC236}">
                <a16:creationId xmlns:a16="http://schemas.microsoft.com/office/drawing/2014/main" id="{A15C9195-EC27-41E8-2AD5-8A52BC489693}"/>
              </a:ext>
            </a:extLst>
          </p:cNvPr>
          <p:cNvSpPr>
            <a:spLocks noGrp="1"/>
          </p:cNvSpPr>
          <p:nvPr>
            <p:ph type="dt" sz="half" idx="10"/>
          </p:nvPr>
        </p:nvSpPr>
        <p:spPr/>
        <p:txBody>
          <a:bodyPr/>
          <a:lstStyle>
            <a:lvl1pPr>
              <a:defRPr>
                <a:solidFill>
                  <a:schemeClr val="bg1"/>
                </a:solidFill>
              </a:defRPr>
            </a:lvl1pPr>
          </a:lstStyle>
          <a:p>
            <a:r>
              <a:rPr lang="en-US" dirty="0"/>
              <a:t>Presentation Title:</a:t>
            </a:r>
          </a:p>
        </p:txBody>
      </p:sp>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65125"/>
            <a:ext cx="10515600" cy="1048039"/>
          </a:xfrm>
        </p:spPr>
        <p:txBody>
          <a:bodyPr/>
          <a:lstStyle>
            <a:lvl1pPr>
              <a:defRPr sz="3500">
                <a:solidFill>
                  <a:srgbClr val="EF6E23"/>
                </a:solidFill>
              </a:defRPr>
            </a:lvl1pPr>
          </a:lstStyle>
          <a:p>
            <a:r>
              <a:rPr lang="en-US" dirty="0"/>
              <a:t>Section Title Set </a:t>
            </a:r>
            <a:br>
              <a:rPr lang="en-US" dirty="0"/>
            </a:br>
            <a:r>
              <a:rPr lang="en-US" dirty="0"/>
              <a:t>Across 1 or 2 Lines </a:t>
            </a:r>
          </a:p>
        </p:txBody>
      </p:sp>
      <p:sp>
        <p:nvSpPr>
          <p:cNvPr id="6" name="object 3">
            <a:extLst>
              <a:ext uri="{FF2B5EF4-FFF2-40B4-BE49-F238E27FC236}">
                <a16:creationId xmlns:a16="http://schemas.microsoft.com/office/drawing/2014/main" id="{2F017BDE-62FC-0ED7-E221-E7433297E661}"/>
              </a:ext>
            </a:extLst>
          </p:cNvPr>
          <p:cNvSpPr/>
          <p:nvPr userDrawn="1"/>
        </p:nvSpPr>
        <p:spPr>
          <a:xfrm>
            <a:off x="0" y="2645411"/>
            <a:ext cx="2340429" cy="4299290"/>
          </a:xfrm>
          <a:custGeom>
            <a:avLst/>
            <a:gdLst/>
            <a:ahLst/>
            <a:cxnLst/>
            <a:rect l="l" t="t" r="r" b="b"/>
            <a:pathLst>
              <a:path w="5593080" h="10274300">
                <a:moveTo>
                  <a:pt x="5592711" y="5355933"/>
                </a:moveTo>
                <a:lnTo>
                  <a:pt x="5592203" y="5310505"/>
                </a:lnTo>
                <a:lnTo>
                  <a:pt x="5590984" y="5265064"/>
                </a:lnTo>
                <a:lnTo>
                  <a:pt x="5589041" y="5219700"/>
                </a:lnTo>
                <a:lnTo>
                  <a:pt x="5586387" y="5174170"/>
                </a:lnTo>
                <a:lnTo>
                  <a:pt x="5583009" y="5128730"/>
                </a:lnTo>
                <a:lnTo>
                  <a:pt x="5578894" y="5083302"/>
                </a:lnTo>
                <a:lnTo>
                  <a:pt x="5574068" y="5037899"/>
                </a:lnTo>
                <a:lnTo>
                  <a:pt x="5568505" y="4992535"/>
                </a:lnTo>
                <a:lnTo>
                  <a:pt x="5562206" y="4947209"/>
                </a:lnTo>
                <a:lnTo>
                  <a:pt x="5555170" y="4901933"/>
                </a:lnTo>
                <a:lnTo>
                  <a:pt x="5547398" y="4856708"/>
                </a:lnTo>
                <a:lnTo>
                  <a:pt x="5538889" y="4811560"/>
                </a:lnTo>
                <a:lnTo>
                  <a:pt x="5529631" y="4766488"/>
                </a:lnTo>
                <a:lnTo>
                  <a:pt x="5519623" y="4721491"/>
                </a:lnTo>
                <a:lnTo>
                  <a:pt x="5508879" y="4676584"/>
                </a:lnTo>
                <a:lnTo>
                  <a:pt x="5497373" y="4631791"/>
                </a:lnTo>
                <a:lnTo>
                  <a:pt x="5485117" y="4587087"/>
                </a:lnTo>
                <a:lnTo>
                  <a:pt x="5472100" y="4542510"/>
                </a:lnTo>
                <a:lnTo>
                  <a:pt x="5458320" y="4498048"/>
                </a:lnTo>
                <a:lnTo>
                  <a:pt x="5443779" y="4453725"/>
                </a:lnTo>
                <a:lnTo>
                  <a:pt x="5428475" y="4409554"/>
                </a:lnTo>
                <a:lnTo>
                  <a:pt x="5412397" y="4365510"/>
                </a:lnTo>
                <a:lnTo>
                  <a:pt x="5395557" y="4321645"/>
                </a:lnTo>
                <a:lnTo>
                  <a:pt x="5377929" y="4277931"/>
                </a:lnTo>
                <a:lnTo>
                  <a:pt x="5359539" y="4234396"/>
                </a:lnTo>
                <a:lnTo>
                  <a:pt x="5340362" y="4191038"/>
                </a:lnTo>
                <a:lnTo>
                  <a:pt x="5320411" y="4147870"/>
                </a:lnTo>
                <a:lnTo>
                  <a:pt x="5298630" y="4102976"/>
                </a:lnTo>
                <a:lnTo>
                  <a:pt x="5276164" y="4058539"/>
                </a:lnTo>
                <a:lnTo>
                  <a:pt x="5253012" y="4014597"/>
                </a:lnTo>
                <a:lnTo>
                  <a:pt x="5229174" y="3971125"/>
                </a:lnTo>
                <a:lnTo>
                  <a:pt x="5204676" y="3928160"/>
                </a:lnTo>
                <a:lnTo>
                  <a:pt x="5179517" y="3885692"/>
                </a:lnTo>
                <a:lnTo>
                  <a:pt x="5153698" y="3843718"/>
                </a:lnTo>
                <a:lnTo>
                  <a:pt x="5127231" y="3802265"/>
                </a:lnTo>
                <a:lnTo>
                  <a:pt x="5100129" y="3761333"/>
                </a:lnTo>
                <a:lnTo>
                  <a:pt x="5072405" y="3720909"/>
                </a:lnTo>
                <a:lnTo>
                  <a:pt x="5044059" y="3681031"/>
                </a:lnTo>
                <a:lnTo>
                  <a:pt x="5015103" y="3641674"/>
                </a:lnTo>
                <a:lnTo>
                  <a:pt x="4985537" y="3602863"/>
                </a:lnTo>
                <a:lnTo>
                  <a:pt x="4955375" y="3564598"/>
                </a:lnTo>
                <a:lnTo>
                  <a:pt x="4924628" y="3526879"/>
                </a:lnTo>
                <a:lnTo>
                  <a:pt x="4893297" y="3489718"/>
                </a:lnTo>
                <a:lnTo>
                  <a:pt x="4861395" y="3453130"/>
                </a:lnTo>
                <a:lnTo>
                  <a:pt x="4828933" y="3417112"/>
                </a:lnTo>
                <a:lnTo>
                  <a:pt x="4795913" y="3381654"/>
                </a:lnTo>
                <a:lnTo>
                  <a:pt x="4762347" y="3346793"/>
                </a:lnTo>
                <a:lnTo>
                  <a:pt x="4728248" y="3312515"/>
                </a:lnTo>
                <a:lnTo>
                  <a:pt x="4693615" y="3278835"/>
                </a:lnTo>
                <a:lnTo>
                  <a:pt x="4658461" y="3245739"/>
                </a:lnTo>
                <a:lnTo>
                  <a:pt x="4622787" y="3213265"/>
                </a:lnTo>
                <a:lnTo>
                  <a:pt x="4586605" y="3181388"/>
                </a:lnTo>
                <a:lnTo>
                  <a:pt x="4549927" y="3150133"/>
                </a:lnTo>
                <a:lnTo>
                  <a:pt x="4512767" y="3119513"/>
                </a:lnTo>
                <a:lnTo>
                  <a:pt x="4475111" y="3089503"/>
                </a:lnTo>
                <a:lnTo>
                  <a:pt x="4436999" y="3060141"/>
                </a:lnTo>
                <a:lnTo>
                  <a:pt x="4398403" y="3031413"/>
                </a:lnTo>
                <a:lnTo>
                  <a:pt x="4359364" y="3003334"/>
                </a:lnTo>
                <a:lnTo>
                  <a:pt x="4319867" y="2975902"/>
                </a:lnTo>
                <a:lnTo>
                  <a:pt x="4279938" y="2949130"/>
                </a:lnTo>
                <a:lnTo>
                  <a:pt x="4239577" y="2923032"/>
                </a:lnTo>
                <a:lnTo>
                  <a:pt x="4198785" y="2897594"/>
                </a:lnTo>
                <a:lnTo>
                  <a:pt x="4157573" y="2872841"/>
                </a:lnTo>
                <a:lnTo>
                  <a:pt x="4115955" y="2848762"/>
                </a:lnTo>
                <a:lnTo>
                  <a:pt x="4073944" y="2825369"/>
                </a:lnTo>
                <a:lnTo>
                  <a:pt x="4031538" y="2802674"/>
                </a:lnTo>
                <a:lnTo>
                  <a:pt x="3988739" y="2780677"/>
                </a:lnTo>
                <a:lnTo>
                  <a:pt x="3945572" y="2759379"/>
                </a:lnTo>
                <a:lnTo>
                  <a:pt x="3902049" y="2738805"/>
                </a:lnTo>
                <a:lnTo>
                  <a:pt x="3858145" y="2718943"/>
                </a:lnTo>
                <a:lnTo>
                  <a:pt x="3813911" y="2699804"/>
                </a:lnTo>
                <a:lnTo>
                  <a:pt x="3769322" y="2681389"/>
                </a:lnTo>
                <a:lnTo>
                  <a:pt x="3724402" y="2663710"/>
                </a:lnTo>
                <a:lnTo>
                  <a:pt x="3679152" y="2646781"/>
                </a:lnTo>
                <a:lnTo>
                  <a:pt x="3633584" y="2630589"/>
                </a:lnTo>
                <a:lnTo>
                  <a:pt x="3587712" y="2615158"/>
                </a:lnTo>
                <a:lnTo>
                  <a:pt x="3541522" y="2600477"/>
                </a:lnTo>
                <a:lnTo>
                  <a:pt x="3495052" y="2586571"/>
                </a:lnTo>
                <a:lnTo>
                  <a:pt x="3448291" y="2573426"/>
                </a:lnTo>
                <a:lnTo>
                  <a:pt x="3401263" y="2561056"/>
                </a:lnTo>
                <a:lnTo>
                  <a:pt x="3353955" y="2549474"/>
                </a:lnTo>
                <a:lnTo>
                  <a:pt x="3306381" y="2538679"/>
                </a:lnTo>
                <a:lnTo>
                  <a:pt x="3258566" y="2528684"/>
                </a:lnTo>
                <a:lnTo>
                  <a:pt x="3210509" y="2519476"/>
                </a:lnTo>
                <a:lnTo>
                  <a:pt x="3162198" y="2511082"/>
                </a:lnTo>
                <a:lnTo>
                  <a:pt x="3113671" y="2503500"/>
                </a:lnTo>
                <a:lnTo>
                  <a:pt x="3064916" y="2496731"/>
                </a:lnTo>
                <a:lnTo>
                  <a:pt x="3015958" y="2490787"/>
                </a:lnTo>
                <a:lnTo>
                  <a:pt x="2966796" y="2485682"/>
                </a:lnTo>
                <a:lnTo>
                  <a:pt x="2959671" y="2485682"/>
                </a:lnTo>
                <a:lnTo>
                  <a:pt x="2954947" y="2483307"/>
                </a:lnTo>
                <a:lnTo>
                  <a:pt x="2950210" y="2483307"/>
                </a:lnTo>
                <a:lnTo>
                  <a:pt x="2942844" y="2489200"/>
                </a:lnTo>
                <a:lnTo>
                  <a:pt x="2921800" y="2489200"/>
                </a:lnTo>
                <a:lnTo>
                  <a:pt x="2923984" y="2438400"/>
                </a:lnTo>
                <a:lnTo>
                  <a:pt x="2925076" y="2387600"/>
                </a:lnTo>
                <a:lnTo>
                  <a:pt x="2925089" y="2336800"/>
                </a:lnTo>
                <a:lnTo>
                  <a:pt x="2924010" y="2298700"/>
                </a:lnTo>
                <a:lnTo>
                  <a:pt x="2921851" y="2247900"/>
                </a:lnTo>
                <a:lnTo>
                  <a:pt x="2918612" y="2197100"/>
                </a:lnTo>
                <a:lnTo>
                  <a:pt x="2914281" y="2146300"/>
                </a:lnTo>
                <a:lnTo>
                  <a:pt x="2908884" y="2095500"/>
                </a:lnTo>
                <a:lnTo>
                  <a:pt x="2902420" y="2044700"/>
                </a:lnTo>
                <a:lnTo>
                  <a:pt x="2894876" y="2006600"/>
                </a:lnTo>
                <a:lnTo>
                  <a:pt x="2886265" y="1955800"/>
                </a:lnTo>
                <a:lnTo>
                  <a:pt x="2876588" y="1905000"/>
                </a:lnTo>
                <a:lnTo>
                  <a:pt x="2865856" y="1854200"/>
                </a:lnTo>
                <a:lnTo>
                  <a:pt x="2854058" y="1803400"/>
                </a:lnTo>
                <a:lnTo>
                  <a:pt x="2841193" y="1765300"/>
                </a:lnTo>
                <a:lnTo>
                  <a:pt x="2827274" y="1714500"/>
                </a:lnTo>
                <a:lnTo>
                  <a:pt x="2823540" y="1701800"/>
                </a:lnTo>
                <a:lnTo>
                  <a:pt x="2812313" y="1663700"/>
                </a:lnTo>
                <a:lnTo>
                  <a:pt x="2796286" y="1612900"/>
                </a:lnTo>
                <a:lnTo>
                  <a:pt x="2779217" y="1574800"/>
                </a:lnTo>
                <a:lnTo>
                  <a:pt x="2761107" y="1524000"/>
                </a:lnTo>
                <a:lnTo>
                  <a:pt x="2741942" y="1473200"/>
                </a:lnTo>
                <a:lnTo>
                  <a:pt x="2721737" y="1435100"/>
                </a:lnTo>
                <a:lnTo>
                  <a:pt x="2700490" y="1384300"/>
                </a:lnTo>
                <a:lnTo>
                  <a:pt x="2678214" y="1333500"/>
                </a:lnTo>
                <a:lnTo>
                  <a:pt x="2654897" y="1295400"/>
                </a:lnTo>
                <a:lnTo>
                  <a:pt x="2630551" y="1244600"/>
                </a:lnTo>
                <a:lnTo>
                  <a:pt x="2607119" y="1206500"/>
                </a:lnTo>
                <a:lnTo>
                  <a:pt x="2582849" y="1168400"/>
                </a:lnTo>
                <a:lnTo>
                  <a:pt x="2557780" y="1117600"/>
                </a:lnTo>
                <a:lnTo>
                  <a:pt x="2531897" y="1079500"/>
                </a:lnTo>
                <a:lnTo>
                  <a:pt x="2505227" y="1041400"/>
                </a:lnTo>
                <a:lnTo>
                  <a:pt x="2477782" y="1003300"/>
                </a:lnTo>
                <a:lnTo>
                  <a:pt x="2449588" y="965200"/>
                </a:lnTo>
                <a:lnTo>
                  <a:pt x="2420620" y="927100"/>
                </a:lnTo>
                <a:lnTo>
                  <a:pt x="2390927" y="889000"/>
                </a:lnTo>
                <a:lnTo>
                  <a:pt x="2360511" y="850900"/>
                </a:lnTo>
                <a:lnTo>
                  <a:pt x="2329370" y="812800"/>
                </a:lnTo>
                <a:lnTo>
                  <a:pt x="2297531" y="787400"/>
                </a:lnTo>
                <a:lnTo>
                  <a:pt x="2264994" y="749300"/>
                </a:lnTo>
                <a:lnTo>
                  <a:pt x="2231796" y="711200"/>
                </a:lnTo>
                <a:lnTo>
                  <a:pt x="2197925" y="673100"/>
                </a:lnTo>
                <a:lnTo>
                  <a:pt x="2163394" y="647700"/>
                </a:lnTo>
                <a:lnTo>
                  <a:pt x="2128228" y="609600"/>
                </a:lnTo>
                <a:lnTo>
                  <a:pt x="2092439" y="584200"/>
                </a:lnTo>
                <a:lnTo>
                  <a:pt x="2056028" y="558800"/>
                </a:lnTo>
                <a:lnTo>
                  <a:pt x="2019020" y="520700"/>
                </a:lnTo>
                <a:lnTo>
                  <a:pt x="1981415" y="495300"/>
                </a:lnTo>
                <a:lnTo>
                  <a:pt x="1904492" y="444500"/>
                </a:lnTo>
                <a:lnTo>
                  <a:pt x="1865198" y="406400"/>
                </a:lnTo>
                <a:lnTo>
                  <a:pt x="1784985" y="355600"/>
                </a:lnTo>
                <a:lnTo>
                  <a:pt x="1744091" y="330200"/>
                </a:lnTo>
                <a:lnTo>
                  <a:pt x="1702701" y="317500"/>
                </a:lnTo>
                <a:lnTo>
                  <a:pt x="1575625" y="241300"/>
                </a:lnTo>
                <a:lnTo>
                  <a:pt x="1532343" y="228600"/>
                </a:lnTo>
                <a:lnTo>
                  <a:pt x="1488617" y="203200"/>
                </a:lnTo>
                <a:lnTo>
                  <a:pt x="1444459" y="190500"/>
                </a:lnTo>
                <a:lnTo>
                  <a:pt x="1399882" y="165100"/>
                </a:lnTo>
                <a:lnTo>
                  <a:pt x="1263777" y="127000"/>
                </a:lnTo>
                <a:lnTo>
                  <a:pt x="1217663" y="101600"/>
                </a:lnTo>
                <a:lnTo>
                  <a:pt x="1124356" y="76200"/>
                </a:lnTo>
                <a:lnTo>
                  <a:pt x="1077214" y="76200"/>
                </a:lnTo>
                <a:lnTo>
                  <a:pt x="933881" y="38100"/>
                </a:lnTo>
                <a:lnTo>
                  <a:pt x="885532" y="38100"/>
                </a:lnTo>
                <a:lnTo>
                  <a:pt x="788035" y="12700"/>
                </a:lnTo>
                <a:lnTo>
                  <a:pt x="689546" y="12700"/>
                </a:lnTo>
                <a:lnTo>
                  <a:pt x="639965" y="0"/>
                </a:lnTo>
                <a:lnTo>
                  <a:pt x="329438" y="0"/>
                </a:lnTo>
                <a:lnTo>
                  <a:pt x="276415" y="12700"/>
                </a:lnTo>
                <a:lnTo>
                  <a:pt x="223685" y="12700"/>
                </a:lnTo>
                <a:lnTo>
                  <a:pt x="171272" y="25400"/>
                </a:lnTo>
                <a:lnTo>
                  <a:pt x="119214" y="25400"/>
                </a:lnTo>
                <a:lnTo>
                  <a:pt x="16217" y="50800"/>
                </a:lnTo>
                <a:lnTo>
                  <a:pt x="0" y="50800"/>
                </a:lnTo>
                <a:lnTo>
                  <a:pt x="0" y="1765300"/>
                </a:lnTo>
                <a:lnTo>
                  <a:pt x="33401" y="1752600"/>
                </a:lnTo>
                <a:lnTo>
                  <a:pt x="239052" y="1701800"/>
                </a:lnTo>
                <a:lnTo>
                  <a:pt x="430237" y="1701800"/>
                </a:lnTo>
                <a:lnTo>
                  <a:pt x="466013" y="1714500"/>
                </a:lnTo>
                <a:lnTo>
                  <a:pt x="504583" y="1714500"/>
                </a:lnTo>
                <a:lnTo>
                  <a:pt x="545541" y="1727200"/>
                </a:lnTo>
                <a:lnTo>
                  <a:pt x="588441" y="1739900"/>
                </a:lnTo>
                <a:lnTo>
                  <a:pt x="678345" y="1765300"/>
                </a:lnTo>
                <a:lnTo>
                  <a:pt x="817067" y="1841500"/>
                </a:lnTo>
                <a:lnTo>
                  <a:pt x="862609" y="1879600"/>
                </a:lnTo>
                <a:lnTo>
                  <a:pt x="907097" y="1917700"/>
                </a:lnTo>
                <a:lnTo>
                  <a:pt x="950099" y="1955800"/>
                </a:lnTo>
                <a:lnTo>
                  <a:pt x="991184" y="2006600"/>
                </a:lnTo>
                <a:lnTo>
                  <a:pt x="1029906" y="2057400"/>
                </a:lnTo>
                <a:lnTo>
                  <a:pt x="1058405" y="2095500"/>
                </a:lnTo>
                <a:lnTo>
                  <a:pt x="1083856" y="2146300"/>
                </a:lnTo>
                <a:lnTo>
                  <a:pt x="1106208" y="2184400"/>
                </a:lnTo>
                <a:lnTo>
                  <a:pt x="1125397" y="2235200"/>
                </a:lnTo>
                <a:lnTo>
                  <a:pt x="1141374" y="2286000"/>
                </a:lnTo>
                <a:lnTo>
                  <a:pt x="1154087" y="2324100"/>
                </a:lnTo>
                <a:lnTo>
                  <a:pt x="1163459" y="2374900"/>
                </a:lnTo>
                <a:lnTo>
                  <a:pt x="1169441" y="2413000"/>
                </a:lnTo>
                <a:lnTo>
                  <a:pt x="1171981" y="2463800"/>
                </a:lnTo>
                <a:lnTo>
                  <a:pt x="1188554" y="3390900"/>
                </a:lnTo>
                <a:lnTo>
                  <a:pt x="1200391" y="3886200"/>
                </a:lnTo>
                <a:lnTo>
                  <a:pt x="2663698" y="3835400"/>
                </a:lnTo>
                <a:lnTo>
                  <a:pt x="2770251" y="3835400"/>
                </a:lnTo>
                <a:lnTo>
                  <a:pt x="2818993" y="3848100"/>
                </a:lnTo>
                <a:lnTo>
                  <a:pt x="2867380" y="3848100"/>
                </a:lnTo>
                <a:lnTo>
                  <a:pt x="3147682" y="3924300"/>
                </a:lnTo>
                <a:lnTo>
                  <a:pt x="3192322" y="3949700"/>
                </a:lnTo>
                <a:lnTo>
                  <a:pt x="3236264" y="3962400"/>
                </a:lnTo>
                <a:lnTo>
                  <a:pt x="3279457" y="3987800"/>
                </a:lnTo>
                <a:lnTo>
                  <a:pt x="3321837" y="4013200"/>
                </a:lnTo>
                <a:lnTo>
                  <a:pt x="3363391" y="4038600"/>
                </a:lnTo>
                <a:lnTo>
                  <a:pt x="3404070" y="4064000"/>
                </a:lnTo>
                <a:lnTo>
                  <a:pt x="3443808" y="4089400"/>
                </a:lnTo>
                <a:lnTo>
                  <a:pt x="3482581" y="4114800"/>
                </a:lnTo>
                <a:lnTo>
                  <a:pt x="3520338" y="4152900"/>
                </a:lnTo>
                <a:lnTo>
                  <a:pt x="3557041" y="4178300"/>
                </a:lnTo>
                <a:lnTo>
                  <a:pt x="3592639" y="4216400"/>
                </a:lnTo>
                <a:lnTo>
                  <a:pt x="3627107" y="4241800"/>
                </a:lnTo>
                <a:lnTo>
                  <a:pt x="3660368" y="4279900"/>
                </a:lnTo>
                <a:lnTo>
                  <a:pt x="3692410" y="4318000"/>
                </a:lnTo>
                <a:lnTo>
                  <a:pt x="3723170" y="4356100"/>
                </a:lnTo>
                <a:lnTo>
                  <a:pt x="3752608" y="4394200"/>
                </a:lnTo>
                <a:lnTo>
                  <a:pt x="3780688" y="4445000"/>
                </a:lnTo>
                <a:lnTo>
                  <a:pt x="3807358" y="4483100"/>
                </a:lnTo>
                <a:lnTo>
                  <a:pt x="3830586" y="4521200"/>
                </a:lnTo>
                <a:lnTo>
                  <a:pt x="3852138" y="4559300"/>
                </a:lnTo>
                <a:lnTo>
                  <a:pt x="3872039" y="4610100"/>
                </a:lnTo>
                <a:lnTo>
                  <a:pt x="3890302" y="4648200"/>
                </a:lnTo>
                <a:lnTo>
                  <a:pt x="3906926" y="4686300"/>
                </a:lnTo>
                <a:lnTo>
                  <a:pt x="3921925" y="4737100"/>
                </a:lnTo>
                <a:lnTo>
                  <a:pt x="3935298" y="4775200"/>
                </a:lnTo>
                <a:lnTo>
                  <a:pt x="3947071" y="4826000"/>
                </a:lnTo>
                <a:lnTo>
                  <a:pt x="3957256" y="4864100"/>
                </a:lnTo>
                <a:lnTo>
                  <a:pt x="3965841" y="4914900"/>
                </a:lnTo>
                <a:lnTo>
                  <a:pt x="3972852" y="4953000"/>
                </a:lnTo>
                <a:lnTo>
                  <a:pt x="3978300" y="5003800"/>
                </a:lnTo>
                <a:lnTo>
                  <a:pt x="3982174" y="5041900"/>
                </a:lnTo>
                <a:lnTo>
                  <a:pt x="3984510" y="5092700"/>
                </a:lnTo>
                <a:lnTo>
                  <a:pt x="3985285" y="5130089"/>
                </a:lnTo>
                <a:lnTo>
                  <a:pt x="3984574" y="5174246"/>
                </a:lnTo>
                <a:lnTo>
                  <a:pt x="3982313" y="5219306"/>
                </a:lnTo>
                <a:lnTo>
                  <a:pt x="3978541" y="5264289"/>
                </a:lnTo>
                <a:lnTo>
                  <a:pt x="3973271" y="5309184"/>
                </a:lnTo>
                <a:lnTo>
                  <a:pt x="3966514" y="5353913"/>
                </a:lnTo>
                <a:lnTo>
                  <a:pt x="3958259" y="5398465"/>
                </a:lnTo>
                <a:lnTo>
                  <a:pt x="3948544" y="5442788"/>
                </a:lnTo>
                <a:lnTo>
                  <a:pt x="3937355" y="5486844"/>
                </a:lnTo>
                <a:lnTo>
                  <a:pt x="3924719" y="5530596"/>
                </a:lnTo>
                <a:lnTo>
                  <a:pt x="3910634" y="5573992"/>
                </a:lnTo>
                <a:lnTo>
                  <a:pt x="3895115" y="5616994"/>
                </a:lnTo>
                <a:lnTo>
                  <a:pt x="3878173" y="5659577"/>
                </a:lnTo>
                <a:lnTo>
                  <a:pt x="3859809" y="5701690"/>
                </a:lnTo>
                <a:lnTo>
                  <a:pt x="3840048" y="5743295"/>
                </a:lnTo>
                <a:lnTo>
                  <a:pt x="3818877" y="5784342"/>
                </a:lnTo>
                <a:lnTo>
                  <a:pt x="3796322" y="5824817"/>
                </a:lnTo>
                <a:lnTo>
                  <a:pt x="3772395" y="5864644"/>
                </a:lnTo>
                <a:lnTo>
                  <a:pt x="3747097" y="5903811"/>
                </a:lnTo>
                <a:lnTo>
                  <a:pt x="3720439" y="5942266"/>
                </a:lnTo>
                <a:lnTo>
                  <a:pt x="3692423" y="5979973"/>
                </a:lnTo>
                <a:lnTo>
                  <a:pt x="3663073" y="6016879"/>
                </a:lnTo>
                <a:lnTo>
                  <a:pt x="3632390" y="6052972"/>
                </a:lnTo>
                <a:lnTo>
                  <a:pt x="3600386" y="6088177"/>
                </a:lnTo>
                <a:lnTo>
                  <a:pt x="3567074" y="6122479"/>
                </a:lnTo>
                <a:lnTo>
                  <a:pt x="3532454" y="6155829"/>
                </a:lnTo>
                <a:lnTo>
                  <a:pt x="3496551" y="6188189"/>
                </a:lnTo>
                <a:lnTo>
                  <a:pt x="3459353" y="6219520"/>
                </a:lnTo>
                <a:lnTo>
                  <a:pt x="3420884" y="6249784"/>
                </a:lnTo>
                <a:lnTo>
                  <a:pt x="3381159" y="6278918"/>
                </a:lnTo>
                <a:lnTo>
                  <a:pt x="733933" y="8140039"/>
                </a:lnTo>
                <a:lnTo>
                  <a:pt x="733640" y="8140700"/>
                </a:lnTo>
                <a:lnTo>
                  <a:pt x="731558" y="8140700"/>
                </a:lnTo>
                <a:lnTo>
                  <a:pt x="0" y="7112000"/>
                </a:lnTo>
                <a:lnTo>
                  <a:pt x="0" y="9854933"/>
                </a:lnTo>
                <a:lnTo>
                  <a:pt x="0" y="10274300"/>
                </a:lnTo>
                <a:lnTo>
                  <a:pt x="3787800" y="8140700"/>
                </a:lnTo>
                <a:lnTo>
                  <a:pt x="4058348" y="7988300"/>
                </a:lnTo>
                <a:lnTo>
                  <a:pt x="4142244" y="7937500"/>
                </a:lnTo>
                <a:lnTo>
                  <a:pt x="4224020" y="7886700"/>
                </a:lnTo>
                <a:lnTo>
                  <a:pt x="4264114" y="7861300"/>
                </a:lnTo>
                <a:lnTo>
                  <a:pt x="4303661" y="7823200"/>
                </a:lnTo>
                <a:lnTo>
                  <a:pt x="4381131" y="7772400"/>
                </a:lnTo>
                <a:lnTo>
                  <a:pt x="4419054" y="7747000"/>
                </a:lnTo>
                <a:lnTo>
                  <a:pt x="4456417" y="7708900"/>
                </a:lnTo>
                <a:lnTo>
                  <a:pt x="4493247" y="7683500"/>
                </a:lnTo>
                <a:lnTo>
                  <a:pt x="4529506" y="7658100"/>
                </a:lnTo>
                <a:lnTo>
                  <a:pt x="4565218" y="7620000"/>
                </a:lnTo>
                <a:lnTo>
                  <a:pt x="4600372" y="7594600"/>
                </a:lnTo>
                <a:lnTo>
                  <a:pt x="4634954" y="7556500"/>
                </a:lnTo>
                <a:lnTo>
                  <a:pt x="4668977" y="7531100"/>
                </a:lnTo>
                <a:lnTo>
                  <a:pt x="4702429" y="7493000"/>
                </a:lnTo>
                <a:lnTo>
                  <a:pt x="4735322" y="7467600"/>
                </a:lnTo>
                <a:lnTo>
                  <a:pt x="4767631" y="7429500"/>
                </a:lnTo>
                <a:lnTo>
                  <a:pt x="4799368" y="7391400"/>
                </a:lnTo>
                <a:lnTo>
                  <a:pt x="4830521" y="7366000"/>
                </a:lnTo>
                <a:lnTo>
                  <a:pt x="4861103" y="7327900"/>
                </a:lnTo>
                <a:lnTo>
                  <a:pt x="4891087" y="7289800"/>
                </a:lnTo>
                <a:lnTo>
                  <a:pt x="4920500" y="7251700"/>
                </a:lnTo>
                <a:lnTo>
                  <a:pt x="4949317" y="7213600"/>
                </a:lnTo>
                <a:lnTo>
                  <a:pt x="4977536" y="7188200"/>
                </a:lnTo>
                <a:lnTo>
                  <a:pt x="5005171" y="7150100"/>
                </a:lnTo>
                <a:lnTo>
                  <a:pt x="5032210" y="7112000"/>
                </a:lnTo>
                <a:lnTo>
                  <a:pt x="5058638" y="7073900"/>
                </a:lnTo>
                <a:lnTo>
                  <a:pt x="5084470" y="7035800"/>
                </a:lnTo>
                <a:lnTo>
                  <a:pt x="5109692" y="6997700"/>
                </a:lnTo>
                <a:lnTo>
                  <a:pt x="5134305" y="6959600"/>
                </a:lnTo>
                <a:lnTo>
                  <a:pt x="5158321" y="6921500"/>
                </a:lnTo>
                <a:lnTo>
                  <a:pt x="5181701" y="6883400"/>
                </a:lnTo>
                <a:lnTo>
                  <a:pt x="5204485" y="6832600"/>
                </a:lnTo>
                <a:lnTo>
                  <a:pt x="5226634" y="6794500"/>
                </a:lnTo>
                <a:lnTo>
                  <a:pt x="5248173" y="6756400"/>
                </a:lnTo>
                <a:lnTo>
                  <a:pt x="5269077" y="6718300"/>
                </a:lnTo>
                <a:lnTo>
                  <a:pt x="5289372" y="6680200"/>
                </a:lnTo>
                <a:lnTo>
                  <a:pt x="5309019" y="6629400"/>
                </a:lnTo>
                <a:lnTo>
                  <a:pt x="5328043" y="6591300"/>
                </a:lnTo>
                <a:lnTo>
                  <a:pt x="5346420" y="6553200"/>
                </a:lnTo>
                <a:lnTo>
                  <a:pt x="5364175" y="6515100"/>
                </a:lnTo>
                <a:lnTo>
                  <a:pt x="5381282" y="6464300"/>
                </a:lnTo>
                <a:lnTo>
                  <a:pt x="5397741" y="6426200"/>
                </a:lnTo>
                <a:lnTo>
                  <a:pt x="5413553" y="6388100"/>
                </a:lnTo>
                <a:lnTo>
                  <a:pt x="5428716" y="6337300"/>
                </a:lnTo>
                <a:lnTo>
                  <a:pt x="5443232" y="6299200"/>
                </a:lnTo>
                <a:lnTo>
                  <a:pt x="5457101" y="6248400"/>
                </a:lnTo>
                <a:lnTo>
                  <a:pt x="5470296" y="6210300"/>
                </a:lnTo>
                <a:lnTo>
                  <a:pt x="5482844" y="6172200"/>
                </a:lnTo>
                <a:lnTo>
                  <a:pt x="5494731" y="6121400"/>
                </a:lnTo>
                <a:lnTo>
                  <a:pt x="5505945" y="6083300"/>
                </a:lnTo>
                <a:lnTo>
                  <a:pt x="5516486" y="6032500"/>
                </a:lnTo>
                <a:lnTo>
                  <a:pt x="5526367" y="5994400"/>
                </a:lnTo>
                <a:lnTo>
                  <a:pt x="5535574" y="5943600"/>
                </a:lnTo>
                <a:lnTo>
                  <a:pt x="5544096" y="5905500"/>
                </a:lnTo>
                <a:lnTo>
                  <a:pt x="5551944" y="5854700"/>
                </a:lnTo>
                <a:lnTo>
                  <a:pt x="5559120" y="5816600"/>
                </a:lnTo>
                <a:lnTo>
                  <a:pt x="5565597" y="5765800"/>
                </a:lnTo>
                <a:lnTo>
                  <a:pt x="5571401" y="5727700"/>
                </a:lnTo>
                <a:lnTo>
                  <a:pt x="5576506" y="5676900"/>
                </a:lnTo>
                <a:lnTo>
                  <a:pt x="5580913" y="5638800"/>
                </a:lnTo>
                <a:lnTo>
                  <a:pt x="5584634" y="5588000"/>
                </a:lnTo>
                <a:lnTo>
                  <a:pt x="5587657" y="5549900"/>
                </a:lnTo>
                <a:lnTo>
                  <a:pt x="5589981" y="5499100"/>
                </a:lnTo>
                <a:lnTo>
                  <a:pt x="5591594" y="5448300"/>
                </a:lnTo>
                <a:lnTo>
                  <a:pt x="5592508" y="5410200"/>
                </a:lnTo>
                <a:lnTo>
                  <a:pt x="5592711" y="5359400"/>
                </a:lnTo>
                <a:lnTo>
                  <a:pt x="5592699" y="5358536"/>
                </a:lnTo>
                <a:lnTo>
                  <a:pt x="5592711" y="5355933"/>
                </a:lnTo>
                <a:close/>
              </a:path>
            </a:pathLst>
          </a:custGeom>
          <a:solidFill>
            <a:srgbClr val="FFFFFF">
              <a:alpha val="19000"/>
            </a:srgbClr>
          </a:solidFill>
        </p:spPr>
        <p:txBody>
          <a:bodyPr wrap="square" lIns="0" tIns="0" rIns="0" bIns="0" rtlCol="0"/>
          <a:lstStyle/>
          <a:p>
            <a:pPr defTabSz="554492"/>
            <a:endParaRPr sz="1092" kern="0" dirty="0">
              <a:solidFill>
                <a:sysClr val="windowText" lastClr="000000"/>
              </a:solidFill>
            </a:endParaRPr>
          </a:p>
        </p:txBody>
      </p:sp>
      <p:sp>
        <p:nvSpPr>
          <p:cNvPr id="9" name="Text Placeholder 2">
            <a:extLst>
              <a:ext uri="{FF2B5EF4-FFF2-40B4-BE49-F238E27FC236}">
                <a16:creationId xmlns:a16="http://schemas.microsoft.com/office/drawing/2014/main" id="{29AF7161-E631-5A5B-D614-60EA0D76EA73}"/>
              </a:ext>
            </a:extLst>
          </p:cNvPr>
          <p:cNvSpPr>
            <a:spLocks noGrp="1"/>
          </p:cNvSpPr>
          <p:nvPr>
            <p:ph type="body" idx="11" hasCustomPrompt="1"/>
          </p:nvPr>
        </p:nvSpPr>
        <p:spPr>
          <a:xfrm>
            <a:off x="6319422" y="1941343"/>
            <a:ext cx="5034378" cy="414830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lorem ipsum lorem ipsum lorem ipsum lorem ipsum lorem ipsum lorem ipsum lorem ipsum lorem ipsum lorem ipsum lorem ipsum lorem ipsum lorem ipsum lorem ipsum lorem ipsum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Tree>
    <p:extLst>
      <p:ext uri="{BB962C8B-B14F-4D97-AF65-F5344CB8AC3E}">
        <p14:creationId xmlns:p14="http://schemas.microsoft.com/office/powerpoint/2010/main" val="4270363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and Title">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65125"/>
            <a:ext cx="10412896" cy="1048039"/>
          </a:xfrm>
        </p:spPr>
        <p:txBody>
          <a:bodyPr/>
          <a:lstStyle>
            <a:lvl1pPr>
              <a:defRPr sz="3500">
                <a:solidFill>
                  <a:srgbClr val="EF6E23"/>
                </a:solidFill>
              </a:defRPr>
            </a:lvl1pPr>
          </a:lstStyle>
          <a:p>
            <a:r>
              <a:rPr lang="en-US" dirty="0"/>
              <a:t>Section Title Set </a:t>
            </a:r>
            <a:br>
              <a:rPr lang="en-US" dirty="0"/>
            </a:br>
            <a:r>
              <a:rPr lang="en-US" dirty="0"/>
              <a:t>Across 1 or 2 Lines </a:t>
            </a:r>
          </a:p>
        </p:txBody>
      </p:sp>
      <p:sp>
        <p:nvSpPr>
          <p:cNvPr id="6" name="Picture Placeholder 4">
            <a:extLst>
              <a:ext uri="{FF2B5EF4-FFF2-40B4-BE49-F238E27FC236}">
                <a16:creationId xmlns:a16="http://schemas.microsoft.com/office/drawing/2014/main" id="{14AF3188-AB4B-071B-A4D8-5EF279B380A4}"/>
              </a:ext>
            </a:extLst>
          </p:cNvPr>
          <p:cNvSpPr>
            <a:spLocks noGrp="1"/>
          </p:cNvSpPr>
          <p:nvPr>
            <p:ph type="pic" sz="quarter" idx="12"/>
          </p:nvPr>
        </p:nvSpPr>
        <p:spPr>
          <a:xfrm>
            <a:off x="4489451" y="2138363"/>
            <a:ext cx="3213100" cy="2349500"/>
          </a:xfrm>
          <a:solidFill>
            <a:schemeClr val="accent4">
              <a:lumMod val="20000"/>
              <a:lumOff val="80000"/>
            </a:schemeClr>
          </a:solidFill>
          <a:ln>
            <a:solidFill>
              <a:srgbClr val="F6A11B"/>
            </a:solidFill>
          </a:ln>
        </p:spPr>
        <p:txBody>
          <a:bodyPr/>
          <a:lstStyle/>
          <a:p>
            <a:endParaRPr lang="en-US"/>
          </a:p>
        </p:txBody>
      </p:sp>
      <p:sp>
        <p:nvSpPr>
          <p:cNvPr id="8" name="Picture Placeholder 4">
            <a:extLst>
              <a:ext uri="{FF2B5EF4-FFF2-40B4-BE49-F238E27FC236}">
                <a16:creationId xmlns:a16="http://schemas.microsoft.com/office/drawing/2014/main" id="{505B5651-CCE8-F0AD-BEF0-FE9CC0225632}"/>
              </a:ext>
            </a:extLst>
          </p:cNvPr>
          <p:cNvSpPr>
            <a:spLocks noGrp="1"/>
          </p:cNvSpPr>
          <p:nvPr>
            <p:ph type="pic" sz="quarter" idx="13"/>
          </p:nvPr>
        </p:nvSpPr>
        <p:spPr>
          <a:xfrm>
            <a:off x="8140702" y="2138363"/>
            <a:ext cx="3213100" cy="2349500"/>
          </a:xfrm>
          <a:solidFill>
            <a:schemeClr val="accent4">
              <a:lumMod val="20000"/>
              <a:lumOff val="80000"/>
            </a:schemeClr>
          </a:solidFill>
          <a:ln>
            <a:solidFill>
              <a:srgbClr val="F56F1F"/>
            </a:solidFill>
          </a:ln>
        </p:spPr>
        <p:txBody>
          <a:bodyPr/>
          <a:lstStyle/>
          <a:p>
            <a:endParaRPr lang="en-US"/>
          </a:p>
        </p:txBody>
      </p:sp>
      <p:sp>
        <p:nvSpPr>
          <p:cNvPr id="10" name="Text Placeholder 9">
            <a:extLst>
              <a:ext uri="{FF2B5EF4-FFF2-40B4-BE49-F238E27FC236}">
                <a16:creationId xmlns:a16="http://schemas.microsoft.com/office/drawing/2014/main" id="{A2CEC815-E0FC-EE8D-D3A0-182142787FEC}"/>
              </a:ext>
            </a:extLst>
          </p:cNvPr>
          <p:cNvSpPr>
            <a:spLocks noGrp="1"/>
          </p:cNvSpPr>
          <p:nvPr>
            <p:ph type="body" sz="quarter" idx="14" hasCustomPrompt="1"/>
          </p:nvPr>
        </p:nvSpPr>
        <p:spPr>
          <a:xfrm>
            <a:off x="838200" y="4811713"/>
            <a:ext cx="3213100" cy="1039812"/>
          </a:xfrm>
        </p:spPr>
        <p:txBody>
          <a:bodyPr>
            <a:normAutofit/>
          </a:bodyPr>
          <a:lstStyle>
            <a:lvl1pPr algn="ctr">
              <a:buNone/>
              <a:defRPr sz="1400" b="1"/>
            </a:lvl1pPr>
          </a:lstStyle>
          <a:p>
            <a:pPr lvl="0"/>
            <a:r>
              <a:rPr lang="en-US" dirty="0"/>
              <a:t>lorem ipsum </a:t>
            </a:r>
          </a:p>
        </p:txBody>
      </p:sp>
      <p:sp>
        <p:nvSpPr>
          <p:cNvPr id="11" name="Text Placeholder 9">
            <a:extLst>
              <a:ext uri="{FF2B5EF4-FFF2-40B4-BE49-F238E27FC236}">
                <a16:creationId xmlns:a16="http://schemas.microsoft.com/office/drawing/2014/main" id="{394D2008-5FF2-DE66-C4E3-AF0DA3297D2F}"/>
              </a:ext>
            </a:extLst>
          </p:cNvPr>
          <p:cNvSpPr>
            <a:spLocks noGrp="1"/>
          </p:cNvSpPr>
          <p:nvPr>
            <p:ph type="body" sz="quarter" idx="15" hasCustomPrompt="1"/>
          </p:nvPr>
        </p:nvSpPr>
        <p:spPr>
          <a:xfrm>
            <a:off x="4489451" y="4811713"/>
            <a:ext cx="3213100" cy="1039812"/>
          </a:xfrm>
        </p:spPr>
        <p:txBody>
          <a:bodyPr>
            <a:normAutofit/>
          </a:bodyPr>
          <a:lstStyle>
            <a:lvl1pPr algn="ctr">
              <a:buNone/>
              <a:defRPr sz="1400" b="1"/>
            </a:lvl1pPr>
          </a:lstStyle>
          <a:p>
            <a:pPr lvl="0"/>
            <a:r>
              <a:rPr lang="en-US" dirty="0"/>
              <a:t>lorem ipsum </a:t>
            </a:r>
          </a:p>
        </p:txBody>
      </p:sp>
      <p:sp>
        <p:nvSpPr>
          <p:cNvPr id="12" name="Text Placeholder 9">
            <a:extLst>
              <a:ext uri="{FF2B5EF4-FFF2-40B4-BE49-F238E27FC236}">
                <a16:creationId xmlns:a16="http://schemas.microsoft.com/office/drawing/2014/main" id="{9E47D67E-1131-86B4-8A3E-3B77DB8E3211}"/>
              </a:ext>
            </a:extLst>
          </p:cNvPr>
          <p:cNvSpPr>
            <a:spLocks noGrp="1"/>
          </p:cNvSpPr>
          <p:nvPr>
            <p:ph type="body" sz="quarter" idx="16" hasCustomPrompt="1"/>
          </p:nvPr>
        </p:nvSpPr>
        <p:spPr>
          <a:xfrm>
            <a:off x="8140702" y="4811713"/>
            <a:ext cx="3213100" cy="1039812"/>
          </a:xfrm>
        </p:spPr>
        <p:txBody>
          <a:bodyPr>
            <a:normAutofit/>
          </a:bodyPr>
          <a:lstStyle>
            <a:lvl1pPr algn="ctr">
              <a:buNone/>
              <a:defRPr sz="1400" b="1"/>
            </a:lvl1pPr>
          </a:lstStyle>
          <a:p>
            <a:pPr lvl="0"/>
            <a:r>
              <a:rPr lang="en-US" dirty="0"/>
              <a:t>lorem ipsum </a:t>
            </a:r>
          </a:p>
        </p:txBody>
      </p:sp>
      <p:sp>
        <p:nvSpPr>
          <p:cNvPr id="2" name="Picture Placeholder 4">
            <a:extLst>
              <a:ext uri="{FF2B5EF4-FFF2-40B4-BE49-F238E27FC236}">
                <a16:creationId xmlns:a16="http://schemas.microsoft.com/office/drawing/2014/main" id="{BBB3BA45-CA72-FDF5-5478-A8285D9200EF}"/>
              </a:ext>
            </a:extLst>
          </p:cNvPr>
          <p:cNvSpPr>
            <a:spLocks noGrp="1"/>
          </p:cNvSpPr>
          <p:nvPr>
            <p:ph type="pic" sz="quarter" idx="17"/>
          </p:nvPr>
        </p:nvSpPr>
        <p:spPr>
          <a:xfrm>
            <a:off x="838200" y="2138363"/>
            <a:ext cx="3213100" cy="2349500"/>
          </a:xfrm>
          <a:solidFill>
            <a:schemeClr val="accent4">
              <a:lumMod val="20000"/>
              <a:lumOff val="80000"/>
            </a:schemeClr>
          </a:solidFill>
          <a:ln>
            <a:solidFill>
              <a:srgbClr val="F6A11B"/>
            </a:solidFill>
          </a:ln>
        </p:spPr>
        <p:txBody>
          <a:bodyPr/>
          <a:lstStyle/>
          <a:p>
            <a:endParaRPr lang="en-US"/>
          </a:p>
        </p:txBody>
      </p:sp>
      <p:pic>
        <p:nvPicPr>
          <p:cNvPr id="3" name="Graphic 2">
            <a:extLst>
              <a:ext uri="{FF2B5EF4-FFF2-40B4-BE49-F238E27FC236}">
                <a16:creationId xmlns:a16="http://schemas.microsoft.com/office/drawing/2014/main" id="{FD54D5D6-A064-030A-70BB-4286409EAE2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3800" y="146546"/>
            <a:ext cx="611589" cy="678402"/>
          </a:xfrm>
          <a:prstGeom prst="rect">
            <a:avLst/>
          </a:prstGeom>
        </p:spPr>
      </p:pic>
    </p:spTree>
    <p:extLst>
      <p:ext uri="{BB962C8B-B14F-4D97-AF65-F5344CB8AC3E}">
        <p14:creationId xmlns:p14="http://schemas.microsoft.com/office/powerpoint/2010/main" val="3841291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Title 2">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15C9195-EC27-41E8-2AD5-8A52BC489693}"/>
              </a:ext>
            </a:extLst>
          </p:cNvPr>
          <p:cNvSpPr>
            <a:spLocks noGrp="1"/>
          </p:cNvSpPr>
          <p:nvPr>
            <p:ph type="dt" sz="half" idx="10"/>
          </p:nvPr>
        </p:nvSpPr>
        <p:spPr/>
        <p:txBody>
          <a:bodyPr/>
          <a:lstStyle>
            <a:lvl1pPr>
              <a:defRPr/>
            </a:lvl1pPr>
          </a:lstStyle>
          <a:p>
            <a:r>
              <a:rPr lang="en-US" dirty="0"/>
              <a:t>Presentation Title:</a:t>
            </a:r>
          </a:p>
        </p:txBody>
      </p:sp>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55186"/>
            <a:ext cx="9945757" cy="1048039"/>
          </a:xfrm>
        </p:spPr>
        <p:txBody>
          <a:bodyPr/>
          <a:lstStyle>
            <a:lvl1pPr>
              <a:defRPr sz="3500">
                <a:solidFill>
                  <a:srgbClr val="EF6E23"/>
                </a:solidFill>
              </a:defRPr>
            </a:lvl1pPr>
          </a:lstStyle>
          <a:p>
            <a:r>
              <a:rPr lang="en-US" dirty="0"/>
              <a:t>Section Title Set </a:t>
            </a:r>
            <a:br>
              <a:rPr lang="en-US" dirty="0"/>
            </a:br>
            <a:r>
              <a:rPr lang="en-US" dirty="0"/>
              <a:t>Across 1 or 2 Lines </a:t>
            </a:r>
          </a:p>
        </p:txBody>
      </p:sp>
      <p:sp>
        <p:nvSpPr>
          <p:cNvPr id="5" name="Picture Placeholder 4">
            <a:extLst>
              <a:ext uri="{FF2B5EF4-FFF2-40B4-BE49-F238E27FC236}">
                <a16:creationId xmlns:a16="http://schemas.microsoft.com/office/drawing/2014/main" id="{D4FED6B1-DC85-805D-82A1-A748D3040CE7}"/>
              </a:ext>
            </a:extLst>
          </p:cNvPr>
          <p:cNvSpPr>
            <a:spLocks noGrp="1"/>
          </p:cNvSpPr>
          <p:nvPr>
            <p:ph type="pic" sz="quarter" idx="11"/>
          </p:nvPr>
        </p:nvSpPr>
        <p:spPr>
          <a:xfrm>
            <a:off x="838200" y="2046287"/>
            <a:ext cx="2348345" cy="1869354"/>
          </a:xfrm>
          <a:solidFill>
            <a:schemeClr val="accent4">
              <a:lumMod val="20000"/>
              <a:lumOff val="80000"/>
            </a:schemeClr>
          </a:solidFill>
          <a:ln>
            <a:solidFill>
              <a:srgbClr val="F56F1F"/>
            </a:solidFill>
          </a:ln>
        </p:spPr>
        <p:txBody>
          <a:bodyPr/>
          <a:lstStyle/>
          <a:p>
            <a:endParaRPr lang="en-US"/>
          </a:p>
        </p:txBody>
      </p:sp>
      <p:sp>
        <p:nvSpPr>
          <p:cNvPr id="10" name="Text Placeholder 9">
            <a:extLst>
              <a:ext uri="{FF2B5EF4-FFF2-40B4-BE49-F238E27FC236}">
                <a16:creationId xmlns:a16="http://schemas.microsoft.com/office/drawing/2014/main" id="{A2CEC815-E0FC-EE8D-D3A0-182142787FEC}"/>
              </a:ext>
            </a:extLst>
          </p:cNvPr>
          <p:cNvSpPr>
            <a:spLocks noGrp="1"/>
          </p:cNvSpPr>
          <p:nvPr>
            <p:ph type="body" sz="quarter" idx="14" hasCustomPrompt="1"/>
          </p:nvPr>
        </p:nvSpPr>
        <p:spPr>
          <a:xfrm>
            <a:off x="838200" y="4285240"/>
            <a:ext cx="2348345" cy="1039812"/>
          </a:xfrm>
        </p:spPr>
        <p:txBody>
          <a:bodyPr>
            <a:normAutofit/>
          </a:bodyPr>
          <a:lstStyle>
            <a:lvl1pPr algn="ctr">
              <a:buNone/>
              <a:defRPr sz="1400" b="1"/>
            </a:lvl1pPr>
          </a:lstStyle>
          <a:p>
            <a:pPr lvl="0"/>
            <a:r>
              <a:rPr lang="en-US" dirty="0"/>
              <a:t>lorem ipsum </a:t>
            </a:r>
          </a:p>
        </p:txBody>
      </p:sp>
      <p:sp>
        <p:nvSpPr>
          <p:cNvPr id="2" name="Picture Placeholder 4">
            <a:extLst>
              <a:ext uri="{FF2B5EF4-FFF2-40B4-BE49-F238E27FC236}">
                <a16:creationId xmlns:a16="http://schemas.microsoft.com/office/drawing/2014/main" id="{63AC064C-8AD0-C963-D653-A041943ABD1E}"/>
              </a:ext>
            </a:extLst>
          </p:cNvPr>
          <p:cNvSpPr>
            <a:spLocks noGrp="1"/>
          </p:cNvSpPr>
          <p:nvPr>
            <p:ph type="pic" sz="quarter" idx="17"/>
          </p:nvPr>
        </p:nvSpPr>
        <p:spPr>
          <a:xfrm>
            <a:off x="3560618" y="2046287"/>
            <a:ext cx="2348345" cy="1869354"/>
          </a:xfrm>
          <a:solidFill>
            <a:schemeClr val="accent4">
              <a:lumMod val="20000"/>
              <a:lumOff val="80000"/>
            </a:schemeClr>
          </a:solidFill>
          <a:ln>
            <a:solidFill>
              <a:srgbClr val="F56F1F"/>
            </a:solidFill>
          </a:ln>
        </p:spPr>
        <p:txBody>
          <a:bodyPr/>
          <a:lstStyle/>
          <a:p>
            <a:endParaRPr lang="en-US"/>
          </a:p>
        </p:txBody>
      </p:sp>
      <p:sp>
        <p:nvSpPr>
          <p:cNvPr id="3" name="Picture Placeholder 4">
            <a:extLst>
              <a:ext uri="{FF2B5EF4-FFF2-40B4-BE49-F238E27FC236}">
                <a16:creationId xmlns:a16="http://schemas.microsoft.com/office/drawing/2014/main" id="{C72278B0-0889-AC3C-AC08-FE72D277F8B6}"/>
              </a:ext>
            </a:extLst>
          </p:cNvPr>
          <p:cNvSpPr>
            <a:spLocks noGrp="1"/>
          </p:cNvSpPr>
          <p:nvPr>
            <p:ph type="pic" sz="quarter" idx="18"/>
          </p:nvPr>
        </p:nvSpPr>
        <p:spPr>
          <a:xfrm>
            <a:off x="6283036" y="2046287"/>
            <a:ext cx="2348345" cy="1869354"/>
          </a:xfrm>
          <a:solidFill>
            <a:schemeClr val="accent4">
              <a:lumMod val="20000"/>
              <a:lumOff val="80000"/>
            </a:schemeClr>
          </a:solidFill>
          <a:ln>
            <a:solidFill>
              <a:srgbClr val="F56F1F"/>
            </a:solidFill>
          </a:ln>
        </p:spPr>
        <p:txBody>
          <a:bodyPr/>
          <a:lstStyle/>
          <a:p>
            <a:endParaRPr lang="en-US"/>
          </a:p>
        </p:txBody>
      </p:sp>
      <p:sp>
        <p:nvSpPr>
          <p:cNvPr id="9" name="Picture Placeholder 4">
            <a:extLst>
              <a:ext uri="{FF2B5EF4-FFF2-40B4-BE49-F238E27FC236}">
                <a16:creationId xmlns:a16="http://schemas.microsoft.com/office/drawing/2014/main" id="{A0FFB231-AE78-0365-233D-136A51D766D4}"/>
              </a:ext>
            </a:extLst>
          </p:cNvPr>
          <p:cNvSpPr>
            <a:spLocks noGrp="1"/>
          </p:cNvSpPr>
          <p:nvPr>
            <p:ph type="pic" sz="quarter" idx="19"/>
          </p:nvPr>
        </p:nvSpPr>
        <p:spPr>
          <a:xfrm>
            <a:off x="9005455" y="2046287"/>
            <a:ext cx="2348345" cy="1869354"/>
          </a:xfrm>
          <a:solidFill>
            <a:schemeClr val="accent4">
              <a:lumMod val="20000"/>
              <a:lumOff val="80000"/>
            </a:schemeClr>
          </a:solidFill>
          <a:ln>
            <a:solidFill>
              <a:srgbClr val="F56F1F"/>
            </a:solidFill>
          </a:ln>
        </p:spPr>
        <p:txBody>
          <a:bodyPr/>
          <a:lstStyle/>
          <a:p>
            <a:endParaRPr lang="en-US"/>
          </a:p>
        </p:txBody>
      </p:sp>
      <p:sp>
        <p:nvSpPr>
          <p:cNvPr id="13" name="Text Placeholder 9">
            <a:extLst>
              <a:ext uri="{FF2B5EF4-FFF2-40B4-BE49-F238E27FC236}">
                <a16:creationId xmlns:a16="http://schemas.microsoft.com/office/drawing/2014/main" id="{E94F0E97-8582-0805-79FC-5E1A924FE886}"/>
              </a:ext>
            </a:extLst>
          </p:cNvPr>
          <p:cNvSpPr>
            <a:spLocks noGrp="1"/>
          </p:cNvSpPr>
          <p:nvPr>
            <p:ph type="body" sz="quarter" idx="20" hasCustomPrompt="1"/>
          </p:nvPr>
        </p:nvSpPr>
        <p:spPr>
          <a:xfrm>
            <a:off x="3560618" y="4285240"/>
            <a:ext cx="2348345" cy="1039812"/>
          </a:xfrm>
        </p:spPr>
        <p:txBody>
          <a:bodyPr>
            <a:normAutofit/>
          </a:bodyPr>
          <a:lstStyle>
            <a:lvl1pPr algn="ctr">
              <a:buNone/>
              <a:defRPr sz="1400" b="1"/>
            </a:lvl1pPr>
          </a:lstStyle>
          <a:p>
            <a:pPr lvl="0"/>
            <a:r>
              <a:rPr lang="en-US" dirty="0"/>
              <a:t>lorem ipsum </a:t>
            </a:r>
          </a:p>
        </p:txBody>
      </p:sp>
      <p:sp>
        <p:nvSpPr>
          <p:cNvPr id="14" name="Text Placeholder 9">
            <a:extLst>
              <a:ext uri="{FF2B5EF4-FFF2-40B4-BE49-F238E27FC236}">
                <a16:creationId xmlns:a16="http://schemas.microsoft.com/office/drawing/2014/main" id="{EF39B154-A7E0-BA6B-F87A-ECFBEB4FC40A}"/>
              </a:ext>
            </a:extLst>
          </p:cNvPr>
          <p:cNvSpPr>
            <a:spLocks noGrp="1"/>
          </p:cNvSpPr>
          <p:nvPr>
            <p:ph type="body" sz="quarter" idx="21" hasCustomPrompt="1"/>
          </p:nvPr>
        </p:nvSpPr>
        <p:spPr>
          <a:xfrm>
            <a:off x="6283036" y="4285240"/>
            <a:ext cx="2348345" cy="1039812"/>
          </a:xfrm>
        </p:spPr>
        <p:txBody>
          <a:bodyPr>
            <a:normAutofit/>
          </a:bodyPr>
          <a:lstStyle>
            <a:lvl1pPr algn="ctr">
              <a:buNone/>
              <a:defRPr sz="1400" b="1"/>
            </a:lvl1pPr>
          </a:lstStyle>
          <a:p>
            <a:pPr lvl="0"/>
            <a:r>
              <a:rPr lang="en-US" dirty="0"/>
              <a:t>lorem ipsum </a:t>
            </a:r>
          </a:p>
        </p:txBody>
      </p:sp>
      <p:sp>
        <p:nvSpPr>
          <p:cNvPr id="15" name="Text Placeholder 9">
            <a:extLst>
              <a:ext uri="{FF2B5EF4-FFF2-40B4-BE49-F238E27FC236}">
                <a16:creationId xmlns:a16="http://schemas.microsoft.com/office/drawing/2014/main" id="{7DC4EC8F-D5AF-0314-FC53-01A65B899846}"/>
              </a:ext>
            </a:extLst>
          </p:cNvPr>
          <p:cNvSpPr>
            <a:spLocks noGrp="1"/>
          </p:cNvSpPr>
          <p:nvPr>
            <p:ph type="body" sz="quarter" idx="22" hasCustomPrompt="1"/>
          </p:nvPr>
        </p:nvSpPr>
        <p:spPr>
          <a:xfrm>
            <a:off x="9005455" y="4285240"/>
            <a:ext cx="2348345" cy="1039812"/>
          </a:xfrm>
        </p:spPr>
        <p:txBody>
          <a:bodyPr>
            <a:normAutofit/>
          </a:bodyPr>
          <a:lstStyle>
            <a:lvl1pPr algn="ctr">
              <a:buNone/>
              <a:defRPr sz="1400" b="1"/>
            </a:lvl1pPr>
          </a:lstStyle>
          <a:p>
            <a:pPr lvl="0"/>
            <a:r>
              <a:rPr lang="en-US" dirty="0"/>
              <a:t>lorem ipsum </a:t>
            </a:r>
          </a:p>
        </p:txBody>
      </p:sp>
      <p:pic>
        <p:nvPicPr>
          <p:cNvPr id="6" name="Graphic 5">
            <a:extLst>
              <a:ext uri="{FF2B5EF4-FFF2-40B4-BE49-F238E27FC236}">
                <a16:creationId xmlns:a16="http://schemas.microsoft.com/office/drawing/2014/main" id="{D353C430-80AB-A728-C75B-41781C6DFA6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3800" y="146546"/>
            <a:ext cx="611589" cy="678402"/>
          </a:xfrm>
          <a:prstGeom prst="rect">
            <a:avLst/>
          </a:prstGeom>
        </p:spPr>
      </p:pic>
    </p:spTree>
    <p:extLst>
      <p:ext uri="{BB962C8B-B14F-4D97-AF65-F5344CB8AC3E}">
        <p14:creationId xmlns:p14="http://schemas.microsoft.com/office/powerpoint/2010/main" val="424224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Picture and Title 2">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15C9195-EC27-41E8-2AD5-8A52BC489693}"/>
              </a:ext>
            </a:extLst>
          </p:cNvPr>
          <p:cNvSpPr>
            <a:spLocks noGrp="1"/>
          </p:cNvSpPr>
          <p:nvPr>
            <p:ph type="dt" sz="half" idx="10"/>
          </p:nvPr>
        </p:nvSpPr>
        <p:spPr/>
        <p:txBody>
          <a:bodyPr/>
          <a:lstStyle>
            <a:lvl1pPr>
              <a:defRPr/>
            </a:lvl1pPr>
          </a:lstStyle>
          <a:p>
            <a:r>
              <a:rPr lang="en-US" dirty="0"/>
              <a:t>Presentation Title:</a:t>
            </a:r>
          </a:p>
        </p:txBody>
      </p:sp>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65125"/>
            <a:ext cx="10515600" cy="1048039"/>
          </a:xfrm>
        </p:spPr>
        <p:txBody>
          <a:bodyPr/>
          <a:lstStyle>
            <a:lvl1pPr>
              <a:defRPr sz="3500">
                <a:solidFill>
                  <a:srgbClr val="EF6E23"/>
                </a:solidFill>
              </a:defRPr>
            </a:lvl1pPr>
          </a:lstStyle>
          <a:p>
            <a:r>
              <a:rPr lang="en-US" dirty="0"/>
              <a:t>Section Title Set </a:t>
            </a:r>
            <a:br>
              <a:rPr lang="en-US" dirty="0"/>
            </a:br>
            <a:r>
              <a:rPr lang="en-US" dirty="0"/>
              <a:t>Across 1 or 2 Lines </a:t>
            </a:r>
          </a:p>
        </p:txBody>
      </p:sp>
      <p:sp>
        <p:nvSpPr>
          <p:cNvPr id="10" name="Text Placeholder 9">
            <a:extLst>
              <a:ext uri="{FF2B5EF4-FFF2-40B4-BE49-F238E27FC236}">
                <a16:creationId xmlns:a16="http://schemas.microsoft.com/office/drawing/2014/main" id="{A2CEC815-E0FC-EE8D-D3A0-182142787FEC}"/>
              </a:ext>
            </a:extLst>
          </p:cNvPr>
          <p:cNvSpPr>
            <a:spLocks noGrp="1"/>
          </p:cNvSpPr>
          <p:nvPr>
            <p:ph type="body" sz="quarter" idx="14" hasCustomPrompt="1"/>
          </p:nvPr>
        </p:nvSpPr>
        <p:spPr>
          <a:xfrm>
            <a:off x="838200" y="2754313"/>
            <a:ext cx="2348345" cy="2293648"/>
          </a:xfrm>
        </p:spPr>
        <p:txBody>
          <a:bodyPr>
            <a:normAutofit/>
          </a:bodyPr>
          <a:lstStyle>
            <a:lvl1pPr algn="ctr">
              <a:buNone/>
              <a:defRPr sz="1400" b="1"/>
            </a:lvl1pPr>
          </a:lstStyle>
          <a:p>
            <a:pPr lvl="0"/>
            <a:r>
              <a:rPr lang="en-US" dirty="0"/>
              <a:t>Headline Content</a:t>
            </a:r>
          </a:p>
        </p:txBody>
      </p:sp>
      <p:sp>
        <p:nvSpPr>
          <p:cNvPr id="13" name="Text Placeholder 9">
            <a:extLst>
              <a:ext uri="{FF2B5EF4-FFF2-40B4-BE49-F238E27FC236}">
                <a16:creationId xmlns:a16="http://schemas.microsoft.com/office/drawing/2014/main" id="{E94F0E97-8582-0805-79FC-5E1A924FE886}"/>
              </a:ext>
            </a:extLst>
          </p:cNvPr>
          <p:cNvSpPr>
            <a:spLocks noGrp="1"/>
          </p:cNvSpPr>
          <p:nvPr>
            <p:ph type="body" sz="quarter" idx="20" hasCustomPrompt="1"/>
          </p:nvPr>
        </p:nvSpPr>
        <p:spPr>
          <a:xfrm>
            <a:off x="3560618" y="2754313"/>
            <a:ext cx="2348345" cy="2293648"/>
          </a:xfrm>
        </p:spPr>
        <p:txBody>
          <a:bodyPr>
            <a:normAutofit/>
          </a:bodyPr>
          <a:lstStyle>
            <a:lvl1pPr algn="ctr">
              <a:buNone/>
              <a:defRPr sz="1400" b="1"/>
            </a:lvl1pPr>
          </a:lstStyle>
          <a:p>
            <a:pPr lvl="0"/>
            <a:r>
              <a:rPr lang="en-US" dirty="0"/>
              <a:t>Headline Content</a:t>
            </a:r>
          </a:p>
        </p:txBody>
      </p:sp>
      <p:sp>
        <p:nvSpPr>
          <p:cNvPr id="14" name="Text Placeholder 9">
            <a:extLst>
              <a:ext uri="{FF2B5EF4-FFF2-40B4-BE49-F238E27FC236}">
                <a16:creationId xmlns:a16="http://schemas.microsoft.com/office/drawing/2014/main" id="{EF39B154-A7E0-BA6B-F87A-ECFBEB4FC40A}"/>
              </a:ext>
            </a:extLst>
          </p:cNvPr>
          <p:cNvSpPr>
            <a:spLocks noGrp="1"/>
          </p:cNvSpPr>
          <p:nvPr>
            <p:ph type="body" sz="quarter" idx="21" hasCustomPrompt="1"/>
          </p:nvPr>
        </p:nvSpPr>
        <p:spPr>
          <a:xfrm>
            <a:off x="6283036" y="2754313"/>
            <a:ext cx="2348345" cy="2293648"/>
          </a:xfrm>
        </p:spPr>
        <p:txBody>
          <a:bodyPr>
            <a:normAutofit/>
          </a:bodyPr>
          <a:lstStyle>
            <a:lvl1pPr algn="ctr">
              <a:buNone/>
              <a:defRPr sz="1400" b="1"/>
            </a:lvl1pPr>
          </a:lstStyle>
          <a:p>
            <a:pPr lvl="0"/>
            <a:r>
              <a:rPr lang="en-US" dirty="0"/>
              <a:t>Headline Content</a:t>
            </a:r>
          </a:p>
        </p:txBody>
      </p:sp>
      <p:sp>
        <p:nvSpPr>
          <p:cNvPr id="15" name="Text Placeholder 9">
            <a:extLst>
              <a:ext uri="{FF2B5EF4-FFF2-40B4-BE49-F238E27FC236}">
                <a16:creationId xmlns:a16="http://schemas.microsoft.com/office/drawing/2014/main" id="{7DC4EC8F-D5AF-0314-FC53-01A65B899846}"/>
              </a:ext>
            </a:extLst>
          </p:cNvPr>
          <p:cNvSpPr>
            <a:spLocks noGrp="1"/>
          </p:cNvSpPr>
          <p:nvPr>
            <p:ph type="body" sz="quarter" idx="22" hasCustomPrompt="1"/>
          </p:nvPr>
        </p:nvSpPr>
        <p:spPr>
          <a:xfrm>
            <a:off x="9005455" y="2754313"/>
            <a:ext cx="2348345" cy="2293648"/>
          </a:xfrm>
        </p:spPr>
        <p:txBody>
          <a:bodyPr>
            <a:normAutofit/>
          </a:bodyPr>
          <a:lstStyle>
            <a:lvl1pPr algn="ctr">
              <a:buNone/>
              <a:defRPr sz="1400" b="1"/>
            </a:lvl1pPr>
          </a:lstStyle>
          <a:p>
            <a:pPr lvl="0"/>
            <a:r>
              <a:rPr lang="en-US" dirty="0"/>
              <a:t>Headline Content</a:t>
            </a:r>
          </a:p>
        </p:txBody>
      </p:sp>
      <p:pic>
        <p:nvPicPr>
          <p:cNvPr id="2" name="Graphic 1">
            <a:extLst>
              <a:ext uri="{FF2B5EF4-FFF2-40B4-BE49-F238E27FC236}">
                <a16:creationId xmlns:a16="http://schemas.microsoft.com/office/drawing/2014/main" id="{3227568C-F6BF-032F-CB42-03A4E1949CD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3800" y="146546"/>
            <a:ext cx="611589" cy="678402"/>
          </a:xfrm>
          <a:prstGeom prst="rect">
            <a:avLst/>
          </a:prstGeom>
        </p:spPr>
      </p:pic>
    </p:spTree>
    <p:extLst>
      <p:ext uri="{BB962C8B-B14F-4D97-AF65-F5344CB8AC3E}">
        <p14:creationId xmlns:p14="http://schemas.microsoft.com/office/powerpoint/2010/main" val="1693121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ideo and Title slide">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15C9195-EC27-41E8-2AD5-8A52BC489693}"/>
              </a:ext>
            </a:extLst>
          </p:cNvPr>
          <p:cNvSpPr>
            <a:spLocks noGrp="1"/>
          </p:cNvSpPr>
          <p:nvPr>
            <p:ph type="dt" sz="half" idx="10"/>
          </p:nvPr>
        </p:nvSpPr>
        <p:spPr/>
        <p:txBody>
          <a:bodyPr/>
          <a:lstStyle>
            <a:lvl1pPr>
              <a:defRPr/>
            </a:lvl1pPr>
          </a:lstStyle>
          <a:p>
            <a:r>
              <a:rPr lang="en-US" dirty="0"/>
              <a:t>Presentation Title:</a:t>
            </a:r>
          </a:p>
        </p:txBody>
      </p:sp>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45247"/>
            <a:ext cx="9886122" cy="1048039"/>
          </a:xfrm>
        </p:spPr>
        <p:txBody>
          <a:bodyPr>
            <a:noAutofit/>
          </a:bodyPr>
          <a:lstStyle>
            <a:lvl1pPr>
              <a:defRPr sz="3600">
                <a:solidFill>
                  <a:srgbClr val="EF6E23"/>
                </a:solidFill>
              </a:defRPr>
            </a:lvl1pPr>
          </a:lstStyle>
          <a:p>
            <a:r>
              <a:rPr lang="en-US" dirty="0"/>
              <a:t>Section Title Set </a:t>
            </a:r>
            <a:br>
              <a:rPr lang="en-US" dirty="0"/>
            </a:br>
            <a:r>
              <a:rPr lang="en-US" dirty="0"/>
              <a:t>Across 1 or 2 Lines </a:t>
            </a:r>
          </a:p>
        </p:txBody>
      </p:sp>
      <p:sp>
        <p:nvSpPr>
          <p:cNvPr id="11" name="Text Placeholder 9">
            <a:extLst>
              <a:ext uri="{FF2B5EF4-FFF2-40B4-BE49-F238E27FC236}">
                <a16:creationId xmlns:a16="http://schemas.microsoft.com/office/drawing/2014/main" id="{394D2008-5FF2-DE66-C4E3-AF0DA3297D2F}"/>
              </a:ext>
            </a:extLst>
          </p:cNvPr>
          <p:cNvSpPr>
            <a:spLocks noGrp="1"/>
          </p:cNvSpPr>
          <p:nvPr>
            <p:ph type="body" sz="quarter" idx="15" hasCustomPrompt="1"/>
          </p:nvPr>
        </p:nvSpPr>
        <p:spPr>
          <a:xfrm>
            <a:off x="4489450" y="5920887"/>
            <a:ext cx="3213100" cy="435463"/>
          </a:xfrm>
        </p:spPr>
        <p:txBody>
          <a:bodyPr>
            <a:normAutofit/>
          </a:bodyPr>
          <a:lstStyle>
            <a:lvl1pPr algn="ctr">
              <a:buNone/>
              <a:defRPr sz="1400" b="1"/>
            </a:lvl1pPr>
          </a:lstStyle>
          <a:p>
            <a:pPr lvl="0"/>
            <a:r>
              <a:rPr lang="en-US" dirty="0"/>
              <a:t>lorem ipsum </a:t>
            </a:r>
          </a:p>
        </p:txBody>
      </p:sp>
      <p:sp>
        <p:nvSpPr>
          <p:cNvPr id="3" name="Media Placeholder 2">
            <a:extLst>
              <a:ext uri="{FF2B5EF4-FFF2-40B4-BE49-F238E27FC236}">
                <a16:creationId xmlns:a16="http://schemas.microsoft.com/office/drawing/2014/main" id="{4AF207D9-E307-3040-714F-7EB5C14F8005}"/>
              </a:ext>
            </a:extLst>
          </p:cNvPr>
          <p:cNvSpPr>
            <a:spLocks noGrp="1"/>
          </p:cNvSpPr>
          <p:nvPr>
            <p:ph type="media" sz="quarter" idx="16"/>
          </p:nvPr>
        </p:nvSpPr>
        <p:spPr>
          <a:xfrm>
            <a:off x="2391373" y="1731130"/>
            <a:ext cx="7409254" cy="3871790"/>
          </a:xfrm>
          <a:ln>
            <a:solidFill>
              <a:srgbClr val="F99F22"/>
            </a:solidFill>
          </a:ln>
        </p:spPr>
        <p:txBody>
          <a:bodyPr/>
          <a:lstStyle/>
          <a:p>
            <a:endParaRPr lang="en-US" dirty="0"/>
          </a:p>
        </p:txBody>
      </p:sp>
      <p:pic>
        <p:nvPicPr>
          <p:cNvPr id="2" name="Graphic 1">
            <a:extLst>
              <a:ext uri="{FF2B5EF4-FFF2-40B4-BE49-F238E27FC236}">
                <a16:creationId xmlns:a16="http://schemas.microsoft.com/office/drawing/2014/main" id="{EC7BADEE-DEE8-439F-CE70-F64164BD3A5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3800" y="146546"/>
            <a:ext cx="611589" cy="678402"/>
          </a:xfrm>
          <a:prstGeom prst="rect">
            <a:avLst/>
          </a:prstGeom>
        </p:spPr>
      </p:pic>
    </p:spTree>
    <p:extLst>
      <p:ext uri="{BB962C8B-B14F-4D97-AF65-F5344CB8AC3E}">
        <p14:creationId xmlns:p14="http://schemas.microsoft.com/office/powerpoint/2010/main" val="1274126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ideo Title and Description">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3D13608-3A70-C4B8-E01E-6B4A405BBFC9}"/>
              </a:ext>
            </a:extLst>
          </p:cNvPr>
          <p:cNvSpPr>
            <a:spLocks noGrp="1"/>
          </p:cNvSpPr>
          <p:nvPr>
            <p:ph type="body" idx="1" hasCustomPrompt="1"/>
          </p:nvPr>
        </p:nvSpPr>
        <p:spPr>
          <a:xfrm>
            <a:off x="831850" y="1941343"/>
            <a:ext cx="3810488" cy="464232"/>
          </a:xfrm>
        </p:spPr>
        <p:txBody>
          <a:bodyPr>
            <a:norm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Supporting content</a:t>
            </a:r>
          </a:p>
        </p:txBody>
      </p:sp>
      <p:sp>
        <p:nvSpPr>
          <p:cNvPr id="4" name="Date Placeholder 3">
            <a:extLst>
              <a:ext uri="{FF2B5EF4-FFF2-40B4-BE49-F238E27FC236}">
                <a16:creationId xmlns:a16="http://schemas.microsoft.com/office/drawing/2014/main" id="{A15C9195-EC27-41E8-2AD5-8A52BC489693}"/>
              </a:ext>
            </a:extLst>
          </p:cNvPr>
          <p:cNvSpPr>
            <a:spLocks noGrp="1"/>
          </p:cNvSpPr>
          <p:nvPr>
            <p:ph type="dt" sz="half" idx="10"/>
          </p:nvPr>
        </p:nvSpPr>
        <p:spPr/>
        <p:txBody>
          <a:bodyPr/>
          <a:lstStyle>
            <a:lvl1pPr>
              <a:defRPr/>
            </a:lvl1pPr>
          </a:lstStyle>
          <a:p>
            <a:r>
              <a:rPr lang="en-US" dirty="0"/>
              <a:t>Presentation Title:</a:t>
            </a:r>
          </a:p>
        </p:txBody>
      </p:sp>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65125"/>
            <a:ext cx="9846365" cy="1048039"/>
          </a:xfrm>
        </p:spPr>
        <p:txBody>
          <a:bodyPr/>
          <a:lstStyle>
            <a:lvl1pPr>
              <a:defRPr sz="3500">
                <a:solidFill>
                  <a:srgbClr val="EF6E23"/>
                </a:solidFill>
              </a:defRPr>
            </a:lvl1pPr>
          </a:lstStyle>
          <a:p>
            <a:r>
              <a:rPr lang="en-US" dirty="0"/>
              <a:t>Section Title Set </a:t>
            </a:r>
            <a:br>
              <a:rPr lang="en-US" dirty="0"/>
            </a:br>
            <a:r>
              <a:rPr lang="en-US" dirty="0"/>
              <a:t>Across 1 or 2 Lines </a:t>
            </a:r>
          </a:p>
        </p:txBody>
      </p:sp>
      <p:sp>
        <p:nvSpPr>
          <p:cNvPr id="5" name="Media Placeholder 4">
            <a:extLst>
              <a:ext uri="{FF2B5EF4-FFF2-40B4-BE49-F238E27FC236}">
                <a16:creationId xmlns:a16="http://schemas.microsoft.com/office/drawing/2014/main" id="{F199CCFB-406C-2F15-9411-FAD9099D70EE}"/>
              </a:ext>
            </a:extLst>
          </p:cNvPr>
          <p:cNvSpPr>
            <a:spLocks noGrp="1"/>
          </p:cNvSpPr>
          <p:nvPr>
            <p:ph type="media" sz="quarter" idx="11"/>
          </p:nvPr>
        </p:nvSpPr>
        <p:spPr>
          <a:xfrm>
            <a:off x="5022850" y="1941513"/>
            <a:ext cx="6337300" cy="4148137"/>
          </a:xfrm>
        </p:spPr>
        <p:txBody>
          <a:bodyPr/>
          <a:lstStyle/>
          <a:p>
            <a:endParaRPr lang="en-US"/>
          </a:p>
        </p:txBody>
      </p:sp>
      <p:sp>
        <p:nvSpPr>
          <p:cNvPr id="6" name="Text Placeholder 2">
            <a:extLst>
              <a:ext uri="{FF2B5EF4-FFF2-40B4-BE49-F238E27FC236}">
                <a16:creationId xmlns:a16="http://schemas.microsoft.com/office/drawing/2014/main" id="{0108B6C0-CFE8-3E10-3CD8-4D46825B54DA}"/>
              </a:ext>
            </a:extLst>
          </p:cNvPr>
          <p:cNvSpPr>
            <a:spLocks noGrp="1"/>
          </p:cNvSpPr>
          <p:nvPr>
            <p:ph type="body" idx="12" hasCustomPrompt="1"/>
          </p:nvPr>
        </p:nvSpPr>
        <p:spPr>
          <a:xfrm>
            <a:off x="838200" y="2692202"/>
            <a:ext cx="3810488" cy="3397447"/>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lorem ipsum lorem ipsum lorem ipsum lorem ipsum lorem ipsum lorem ipsum lorem ipsum lorem ipsum lorem ipsum lorem ipsum lorem ipsum lorem ipsum lorem ipsum lorem ipsum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pic>
        <p:nvPicPr>
          <p:cNvPr id="2" name="Graphic 1">
            <a:extLst>
              <a:ext uri="{FF2B5EF4-FFF2-40B4-BE49-F238E27FC236}">
                <a16:creationId xmlns:a16="http://schemas.microsoft.com/office/drawing/2014/main" id="{C279A554-4D8D-A62A-2C73-8364B74F9AB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3800" y="146546"/>
            <a:ext cx="611589" cy="678402"/>
          </a:xfrm>
          <a:prstGeom prst="rect">
            <a:avLst/>
          </a:prstGeom>
        </p:spPr>
      </p:pic>
    </p:spTree>
    <p:extLst>
      <p:ext uri="{BB962C8B-B14F-4D97-AF65-F5344CB8AC3E}">
        <p14:creationId xmlns:p14="http://schemas.microsoft.com/office/powerpoint/2010/main" val="333352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A2332F0C-91B7-068D-A18D-E0C9EDF35A5C}"/>
              </a:ext>
            </a:extLst>
          </p:cNvPr>
          <p:cNvSpPr/>
          <p:nvPr userDrawn="1"/>
        </p:nvSpPr>
        <p:spPr>
          <a:xfrm>
            <a:off x="428" y="0"/>
            <a:ext cx="12191144"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F86C02"/>
          </a:solidFill>
        </p:spPr>
        <p:txBody>
          <a:bodyPr wrap="square" lIns="0" tIns="0" rIns="0" bIns="0" rtlCol="0"/>
          <a:lstStyle/>
          <a:p>
            <a:pPr defTabSz="554492"/>
            <a:endParaRPr sz="1092" kern="0">
              <a:solidFill>
                <a:sysClr val="windowText" lastClr="000000"/>
              </a:solidFill>
            </a:endParaRPr>
          </a:p>
        </p:txBody>
      </p:sp>
      <p:sp>
        <p:nvSpPr>
          <p:cNvPr id="4" name="Date Placeholder 3">
            <a:extLst>
              <a:ext uri="{FF2B5EF4-FFF2-40B4-BE49-F238E27FC236}">
                <a16:creationId xmlns:a16="http://schemas.microsoft.com/office/drawing/2014/main" id="{A15C9195-EC27-41E8-2AD5-8A52BC489693}"/>
              </a:ext>
            </a:extLst>
          </p:cNvPr>
          <p:cNvSpPr>
            <a:spLocks noGrp="1"/>
          </p:cNvSpPr>
          <p:nvPr>
            <p:ph type="dt" sz="half" idx="10"/>
          </p:nvPr>
        </p:nvSpPr>
        <p:spPr/>
        <p:txBody>
          <a:bodyPr/>
          <a:lstStyle>
            <a:lvl1pPr>
              <a:defRPr>
                <a:solidFill>
                  <a:schemeClr val="bg1"/>
                </a:solidFill>
              </a:defRPr>
            </a:lvl1pPr>
          </a:lstStyle>
          <a:p>
            <a:r>
              <a:rPr lang="en-US" dirty="0"/>
              <a:t>Presentation Title:</a:t>
            </a:r>
          </a:p>
        </p:txBody>
      </p:sp>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974064" y="2654156"/>
            <a:ext cx="10515600" cy="1048039"/>
          </a:xfrm>
        </p:spPr>
        <p:txBody>
          <a:bodyPr/>
          <a:lstStyle>
            <a:lvl1pPr algn="ctr">
              <a:defRPr sz="3500" b="1">
                <a:solidFill>
                  <a:schemeClr val="bg1"/>
                </a:solidFill>
              </a:defRPr>
            </a:lvl1pPr>
          </a:lstStyle>
          <a:p>
            <a:r>
              <a:rPr lang="en-US" dirty="0"/>
              <a:t>Section Break Title</a:t>
            </a:r>
          </a:p>
        </p:txBody>
      </p:sp>
      <p:sp>
        <p:nvSpPr>
          <p:cNvPr id="8" name="object 3">
            <a:extLst>
              <a:ext uri="{FF2B5EF4-FFF2-40B4-BE49-F238E27FC236}">
                <a16:creationId xmlns:a16="http://schemas.microsoft.com/office/drawing/2014/main" id="{71485832-E37B-E06F-5888-66C8589FDB31}"/>
              </a:ext>
            </a:extLst>
          </p:cNvPr>
          <p:cNvSpPr/>
          <p:nvPr userDrawn="1"/>
        </p:nvSpPr>
        <p:spPr>
          <a:xfrm>
            <a:off x="428" y="3330424"/>
            <a:ext cx="3079361" cy="3527191"/>
          </a:xfrm>
          <a:custGeom>
            <a:avLst/>
            <a:gdLst/>
            <a:ahLst/>
            <a:cxnLst/>
            <a:rect l="l" t="t" r="r" b="b"/>
            <a:pathLst>
              <a:path w="5078095" h="5816600">
                <a:moveTo>
                  <a:pt x="5077498" y="3644696"/>
                </a:moveTo>
                <a:lnTo>
                  <a:pt x="5076520" y="3598786"/>
                </a:lnTo>
                <a:lnTo>
                  <a:pt x="5074475" y="3552850"/>
                </a:lnTo>
                <a:lnTo>
                  <a:pt x="5071364" y="3506927"/>
                </a:lnTo>
                <a:lnTo>
                  <a:pt x="5067160" y="3461029"/>
                </a:lnTo>
                <a:lnTo>
                  <a:pt x="5061877" y="3415169"/>
                </a:lnTo>
                <a:lnTo>
                  <a:pt x="5055489" y="3369373"/>
                </a:lnTo>
                <a:lnTo>
                  <a:pt x="5048008" y="3323653"/>
                </a:lnTo>
                <a:lnTo>
                  <a:pt x="5039423" y="3278022"/>
                </a:lnTo>
                <a:lnTo>
                  <a:pt x="5029720" y="3232518"/>
                </a:lnTo>
                <a:lnTo>
                  <a:pt x="5018913" y="3187141"/>
                </a:lnTo>
                <a:lnTo>
                  <a:pt x="5006975" y="3141903"/>
                </a:lnTo>
                <a:lnTo>
                  <a:pt x="4993906" y="3096844"/>
                </a:lnTo>
                <a:lnTo>
                  <a:pt x="4979708" y="3051975"/>
                </a:lnTo>
                <a:lnTo>
                  <a:pt x="4964366" y="3007309"/>
                </a:lnTo>
                <a:lnTo>
                  <a:pt x="4947869" y="2962859"/>
                </a:lnTo>
                <a:lnTo>
                  <a:pt x="4930229" y="2918663"/>
                </a:lnTo>
                <a:lnTo>
                  <a:pt x="4911420" y="2874721"/>
                </a:lnTo>
                <a:lnTo>
                  <a:pt x="4891456" y="2831058"/>
                </a:lnTo>
                <a:lnTo>
                  <a:pt x="4869358" y="2786011"/>
                </a:lnTo>
                <a:lnTo>
                  <a:pt x="4846231" y="2741663"/>
                </a:lnTo>
                <a:lnTo>
                  <a:pt x="4822114" y="2698051"/>
                </a:lnTo>
                <a:lnTo>
                  <a:pt x="4797006" y="2655163"/>
                </a:lnTo>
                <a:lnTo>
                  <a:pt x="4770945" y="2613012"/>
                </a:lnTo>
                <a:lnTo>
                  <a:pt x="4743932" y="2571635"/>
                </a:lnTo>
                <a:lnTo>
                  <a:pt x="4715992" y="2531021"/>
                </a:lnTo>
                <a:lnTo>
                  <a:pt x="4687138" y="2491194"/>
                </a:lnTo>
                <a:lnTo>
                  <a:pt x="4657395" y="2452166"/>
                </a:lnTo>
                <a:lnTo>
                  <a:pt x="4626775" y="2413952"/>
                </a:lnTo>
                <a:lnTo>
                  <a:pt x="4595292" y="2376551"/>
                </a:lnTo>
                <a:lnTo>
                  <a:pt x="4562970" y="2339987"/>
                </a:lnTo>
                <a:lnTo>
                  <a:pt x="4529836" y="2304275"/>
                </a:lnTo>
                <a:lnTo>
                  <a:pt x="4495889" y="2269426"/>
                </a:lnTo>
                <a:lnTo>
                  <a:pt x="4461154" y="2235441"/>
                </a:lnTo>
                <a:lnTo>
                  <a:pt x="4425645" y="2202357"/>
                </a:lnTo>
                <a:lnTo>
                  <a:pt x="4389386" y="2170163"/>
                </a:lnTo>
                <a:lnTo>
                  <a:pt x="4352404" y="2138883"/>
                </a:lnTo>
                <a:lnTo>
                  <a:pt x="4314698" y="2108530"/>
                </a:lnTo>
                <a:lnTo>
                  <a:pt x="4276293" y="2079117"/>
                </a:lnTo>
                <a:lnTo>
                  <a:pt x="4237202" y="2050643"/>
                </a:lnTo>
                <a:lnTo>
                  <a:pt x="4197451" y="2023148"/>
                </a:lnTo>
                <a:lnTo>
                  <a:pt x="4157053" y="1996617"/>
                </a:lnTo>
                <a:lnTo>
                  <a:pt x="4116019" y="1971078"/>
                </a:lnTo>
                <a:lnTo>
                  <a:pt x="4074376" y="1946541"/>
                </a:lnTo>
                <a:lnTo>
                  <a:pt x="4032148" y="1923021"/>
                </a:lnTo>
                <a:lnTo>
                  <a:pt x="3989336" y="1900516"/>
                </a:lnTo>
                <a:lnTo>
                  <a:pt x="3945979" y="1879066"/>
                </a:lnTo>
                <a:lnTo>
                  <a:pt x="3902062" y="1858657"/>
                </a:lnTo>
                <a:lnTo>
                  <a:pt x="3857637" y="1839328"/>
                </a:lnTo>
                <a:lnTo>
                  <a:pt x="3812705" y="1821065"/>
                </a:lnTo>
                <a:lnTo>
                  <a:pt x="3767277" y="1803895"/>
                </a:lnTo>
                <a:lnTo>
                  <a:pt x="3721379" y="1787829"/>
                </a:lnTo>
                <a:lnTo>
                  <a:pt x="3675037" y="1772881"/>
                </a:lnTo>
                <a:lnTo>
                  <a:pt x="3628250" y="1759064"/>
                </a:lnTo>
                <a:lnTo>
                  <a:pt x="3581057" y="1746377"/>
                </a:lnTo>
                <a:lnTo>
                  <a:pt x="3533457" y="1734858"/>
                </a:lnTo>
                <a:lnTo>
                  <a:pt x="3485477" y="1724507"/>
                </a:lnTo>
                <a:lnTo>
                  <a:pt x="3437128" y="1715325"/>
                </a:lnTo>
                <a:lnTo>
                  <a:pt x="3388436" y="1707349"/>
                </a:lnTo>
                <a:lnTo>
                  <a:pt x="3339427" y="1700568"/>
                </a:lnTo>
                <a:lnTo>
                  <a:pt x="3336467" y="1699971"/>
                </a:lnTo>
                <a:lnTo>
                  <a:pt x="3333483" y="1699971"/>
                </a:lnTo>
                <a:lnTo>
                  <a:pt x="3330524" y="1699374"/>
                </a:lnTo>
                <a:lnTo>
                  <a:pt x="3307969" y="1696834"/>
                </a:lnTo>
                <a:lnTo>
                  <a:pt x="3261550" y="1691944"/>
                </a:lnTo>
                <a:lnTo>
                  <a:pt x="3250755" y="1691106"/>
                </a:lnTo>
                <a:lnTo>
                  <a:pt x="3252254" y="1651000"/>
                </a:lnTo>
                <a:lnTo>
                  <a:pt x="3252584" y="1600200"/>
                </a:lnTo>
                <a:lnTo>
                  <a:pt x="3251377" y="1549400"/>
                </a:lnTo>
                <a:lnTo>
                  <a:pt x="3248622" y="1498600"/>
                </a:lnTo>
                <a:lnTo>
                  <a:pt x="3244316" y="1460500"/>
                </a:lnTo>
                <a:lnTo>
                  <a:pt x="3238487" y="1409700"/>
                </a:lnTo>
                <a:lnTo>
                  <a:pt x="3231134" y="1358900"/>
                </a:lnTo>
                <a:lnTo>
                  <a:pt x="3222244" y="1308100"/>
                </a:lnTo>
                <a:lnTo>
                  <a:pt x="3211842" y="1270000"/>
                </a:lnTo>
                <a:lnTo>
                  <a:pt x="3199930" y="1219200"/>
                </a:lnTo>
                <a:lnTo>
                  <a:pt x="3186506" y="1168400"/>
                </a:lnTo>
                <a:lnTo>
                  <a:pt x="3181540" y="1155700"/>
                </a:lnTo>
                <a:lnTo>
                  <a:pt x="3171583" y="1130300"/>
                </a:lnTo>
                <a:lnTo>
                  <a:pt x="3155175" y="1079500"/>
                </a:lnTo>
                <a:lnTo>
                  <a:pt x="3137268" y="1028700"/>
                </a:lnTo>
                <a:lnTo>
                  <a:pt x="3117875" y="990600"/>
                </a:lnTo>
                <a:lnTo>
                  <a:pt x="3096996" y="939800"/>
                </a:lnTo>
                <a:lnTo>
                  <a:pt x="3074657" y="889000"/>
                </a:lnTo>
                <a:lnTo>
                  <a:pt x="3050844" y="850900"/>
                </a:lnTo>
                <a:lnTo>
                  <a:pt x="3027222" y="812800"/>
                </a:lnTo>
                <a:lnTo>
                  <a:pt x="3002419" y="762000"/>
                </a:lnTo>
                <a:lnTo>
                  <a:pt x="2976448" y="723900"/>
                </a:lnTo>
                <a:lnTo>
                  <a:pt x="2949333" y="685800"/>
                </a:lnTo>
                <a:lnTo>
                  <a:pt x="2921101" y="647700"/>
                </a:lnTo>
                <a:lnTo>
                  <a:pt x="2891790" y="609600"/>
                </a:lnTo>
                <a:lnTo>
                  <a:pt x="2861424" y="571500"/>
                </a:lnTo>
                <a:lnTo>
                  <a:pt x="2830017" y="533400"/>
                </a:lnTo>
                <a:lnTo>
                  <a:pt x="2797594" y="508000"/>
                </a:lnTo>
                <a:lnTo>
                  <a:pt x="2764193" y="469900"/>
                </a:lnTo>
                <a:lnTo>
                  <a:pt x="2729827" y="431800"/>
                </a:lnTo>
                <a:lnTo>
                  <a:pt x="2694546" y="406400"/>
                </a:lnTo>
                <a:lnTo>
                  <a:pt x="2658351" y="368300"/>
                </a:lnTo>
                <a:lnTo>
                  <a:pt x="2621280" y="342900"/>
                </a:lnTo>
                <a:lnTo>
                  <a:pt x="2583345" y="317500"/>
                </a:lnTo>
                <a:lnTo>
                  <a:pt x="2544597" y="292100"/>
                </a:lnTo>
                <a:lnTo>
                  <a:pt x="2505037" y="266700"/>
                </a:lnTo>
                <a:lnTo>
                  <a:pt x="2464714" y="241300"/>
                </a:lnTo>
                <a:lnTo>
                  <a:pt x="2423642" y="215900"/>
                </a:lnTo>
                <a:lnTo>
                  <a:pt x="2339352" y="165100"/>
                </a:lnTo>
                <a:lnTo>
                  <a:pt x="2296185" y="152400"/>
                </a:lnTo>
                <a:lnTo>
                  <a:pt x="2252383" y="127000"/>
                </a:lnTo>
                <a:lnTo>
                  <a:pt x="2207958" y="114300"/>
                </a:lnTo>
                <a:lnTo>
                  <a:pt x="2162937" y="88900"/>
                </a:lnTo>
                <a:lnTo>
                  <a:pt x="1929892" y="25400"/>
                </a:lnTo>
                <a:lnTo>
                  <a:pt x="1881873" y="25400"/>
                </a:lnTo>
                <a:lnTo>
                  <a:pt x="1833435" y="12700"/>
                </a:lnTo>
                <a:lnTo>
                  <a:pt x="1784629" y="12700"/>
                </a:lnTo>
                <a:lnTo>
                  <a:pt x="1735467" y="0"/>
                </a:lnTo>
                <a:lnTo>
                  <a:pt x="1440014" y="0"/>
                </a:lnTo>
                <a:lnTo>
                  <a:pt x="1391983" y="12700"/>
                </a:lnTo>
                <a:lnTo>
                  <a:pt x="1344333" y="12700"/>
                </a:lnTo>
                <a:lnTo>
                  <a:pt x="1297127" y="25400"/>
                </a:lnTo>
                <a:lnTo>
                  <a:pt x="1250416" y="25400"/>
                </a:lnTo>
                <a:lnTo>
                  <a:pt x="1158595" y="50800"/>
                </a:lnTo>
                <a:lnTo>
                  <a:pt x="1015568" y="88900"/>
                </a:lnTo>
                <a:lnTo>
                  <a:pt x="969276" y="114300"/>
                </a:lnTo>
                <a:lnTo>
                  <a:pt x="923709" y="127000"/>
                </a:lnTo>
                <a:lnTo>
                  <a:pt x="878878" y="152400"/>
                </a:lnTo>
                <a:lnTo>
                  <a:pt x="834783" y="165100"/>
                </a:lnTo>
                <a:lnTo>
                  <a:pt x="791464" y="190500"/>
                </a:lnTo>
                <a:lnTo>
                  <a:pt x="748919" y="215900"/>
                </a:lnTo>
                <a:lnTo>
                  <a:pt x="0" y="635000"/>
                </a:lnTo>
                <a:lnTo>
                  <a:pt x="0" y="2070100"/>
                </a:lnTo>
                <a:lnTo>
                  <a:pt x="9004" y="2057400"/>
                </a:lnTo>
                <a:lnTo>
                  <a:pt x="44030" y="2032000"/>
                </a:lnTo>
                <a:lnTo>
                  <a:pt x="81534" y="2006600"/>
                </a:lnTo>
                <a:lnTo>
                  <a:pt x="1116444" y="1270000"/>
                </a:lnTo>
                <a:lnTo>
                  <a:pt x="1160868" y="1244600"/>
                </a:lnTo>
                <a:lnTo>
                  <a:pt x="1207833" y="1219200"/>
                </a:lnTo>
                <a:lnTo>
                  <a:pt x="1257007" y="1193800"/>
                </a:lnTo>
                <a:lnTo>
                  <a:pt x="1360678" y="1168400"/>
                </a:lnTo>
                <a:lnTo>
                  <a:pt x="1414500" y="1168400"/>
                </a:lnTo>
                <a:lnTo>
                  <a:pt x="1441234" y="1155700"/>
                </a:lnTo>
                <a:lnTo>
                  <a:pt x="1523174" y="1155700"/>
                </a:lnTo>
                <a:lnTo>
                  <a:pt x="1554035" y="1168400"/>
                </a:lnTo>
                <a:lnTo>
                  <a:pt x="1588846" y="1168400"/>
                </a:lnTo>
                <a:lnTo>
                  <a:pt x="1626831" y="1181100"/>
                </a:lnTo>
                <a:lnTo>
                  <a:pt x="1667256" y="1193800"/>
                </a:lnTo>
                <a:lnTo>
                  <a:pt x="1752409" y="1219200"/>
                </a:lnTo>
                <a:lnTo>
                  <a:pt x="1838286" y="1270000"/>
                </a:lnTo>
                <a:lnTo>
                  <a:pt x="1879638" y="1308100"/>
                </a:lnTo>
                <a:lnTo>
                  <a:pt x="1918919" y="1346200"/>
                </a:lnTo>
                <a:lnTo>
                  <a:pt x="1955393" y="1397000"/>
                </a:lnTo>
                <a:lnTo>
                  <a:pt x="1983930" y="1447800"/>
                </a:lnTo>
                <a:lnTo>
                  <a:pt x="2007692" y="1498600"/>
                </a:lnTo>
                <a:lnTo>
                  <a:pt x="2026577" y="1536700"/>
                </a:lnTo>
                <a:lnTo>
                  <a:pt x="2040458" y="1587500"/>
                </a:lnTo>
                <a:lnTo>
                  <a:pt x="2049233" y="1638300"/>
                </a:lnTo>
                <a:lnTo>
                  <a:pt x="2052789" y="1676400"/>
                </a:lnTo>
                <a:lnTo>
                  <a:pt x="2064067" y="2324100"/>
                </a:lnTo>
                <a:lnTo>
                  <a:pt x="2072373" y="2654300"/>
                </a:lnTo>
                <a:lnTo>
                  <a:pt x="3049079" y="2616200"/>
                </a:lnTo>
                <a:lnTo>
                  <a:pt x="3122066" y="2616200"/>
                </a:lnTo>
                <a:lnTo>
                  <a:pt x="3146463" y="2628900"/>
                </a:lnTo>
                <a:lnTo>
                  <a:pt x="3194520" y="2628900"/>
                </a:lnTo>
                <a:lnTo>
                  <a:pt x="3242043" y="2641600"/>
                </a:lnTo>
                <a:lnTo>
                  <a:pt x="3288944" y="2641600"/>
                </a:lnTo>
                <a:lnTo>
                  <a:pt x="3380511" y="2667000"/>
                </a:lnTo>
                <a:lnTo>
                  <a:pt x="3425012" y="2692400"/>
                </a:lnTo>
                <a:lnTo>
                  <a:pt x="3468509" y="2705100"/>
                </a:lnTo>
                <a:lnTo>
                  <a:pt x="3510940" y="2730500"/>
                </a:lnTo>
                <a:lnTo>
                  <a:pt x="3552202" y="2755900"/>
                </a:lnTo>
                <a:lnTo>
                  <a:pt x="3592207" y="2781300"/>
                </a:lnTo>
                <a:lnTo>
                  <a:pt x="3630853" y="2806700"/>
                </a:lnTo>
                <a:lnTo>
                  <a:pt x="3668077" y="2844800"/>
                </a:lnTo>
                <a:lnTo>
                  <a:pt x="3703751" y="2870200"/>
                </a:lnTo>
                <a:lnTo>
                  <a:pt x="3737813" y="2908300"/>
                </a:lnTo>
                <a:lnTo>
                  <a:pt x="3770160" y="2946400"/>
                </a:lnTo>
                <a:lnTo>
                  <a:pt x="3800691" y="2984500"/>
                </a:lnTo>
                <a:lnTo>
                  <a:pt x="3829342" y="3022600"/>
                </a:lnTo>
                <a:lnTo>
                  <a:pt x="3855999" y="3060700"/>
                </a:lnTo>
                <a:lnTo>
                  <a:pt x="3878935" y="3098800"/>
                </a:lnTo>
                <a:lnTo>
                  <a:pt x="3899420" y="3149600"/>
                </a:lnTo>
                <a:lnTo>
                  <a:pt x="3917492" y="3187700"/>
                </a:lnTo>
                <a:lnTo>
                  <a:pt x="3933152" y="3225800"/>
                </a:lnTo>
                <a:lnTo>
                  <a:pt x="3946423" y="3276600"/>
                </a:lnTo>
                <a:lnTo>
                  <a:pt x="3957345" y="3314700"/>
                </a:lnTo>
                <a:lnTo>
                  <a:pt x="3965918" y="3365500"/>
                </a:lnTo>
                <a:lnTo>
                  <a:pt x="3972166" y="3403600"/>
                </a:lnTo>
                <a:lnTo>
                  <a:pt x="3976116" y="3454400"/>
                </a:lnTo>
                <a:lnTo>
                  <a:pt x="3977792" y="3492500"/>
                </a:lnTo>
                <a:lnTo>
                  <a:pt x="3977208" y="3537724"/>
                </a:lnTo>
                <a:lnTo>
                  <a:pt x="3974376" y="3582898"/>
                </a:lnTo>
                <a:lnTo>
                  <a:pt x="3969334" y="3627958"/>
                </a:lnTo>
                <a:lnTo>
                  <a:pt x="3962108" y="3672776"/>
                </a:lnTo>
                <a:lnTo>
                  <a:pt x="3952684" y="3717302"/>
                </a:lnTo>
                <a:lnTo>
                  <a:pt x="3941114" y="3761422"/>
                </a:lnTo>
                <a:lnTo>
                  <a:pt x="3927411" y="3805072"/>
                </a:lnTo>
                <a:lnTo>
                  <a:pt x="3911600" y="3848150"/>
                </a:lnTo>
                <a:lnTo>
                  <a:pt x="3893693" y="3890581"/>
                </a:lnTo>
                <a:lnTo>
                  <a:pt x="3873703" y="3932263"/>
                </a:lnTo>
                <a:lnTo>
                  <a:pt x="3851668" y="3973118"/>
                </a:lnTo>
                <a:lnTo>
                  <a:pt x="3827602" y="4013060"/>
                </a:lnTo>
                <a:lnTo>
                  <a:pt x="3801529" y="4051998"/>
                </a:lnTo>
                <a:lnTo>
                  <a:pt x="3773462" y="4089857"/>
                </a:lnTo>
                <a:lnTo>
                  <a:pt x="3743439" y="4126534"/>
                </a:lnTo>
                <a:lnTo>
                  <a:pt x="3711448" y="4161955"/>
                </a:lnTo>
                <a:lnTo>
                  <a:pt x="3677539" y="4196029"/>
                </a:lnTo>
                <a:lnTo>
                  <a:pt x="3641725" y="4228668"/>
                </a:lnTo>
                <a:lnTo>
                  <a:pt x="3604031" y="4259783"/>
                </a:lnTo>
                <a:lnTo>
                  <a:pt x="3564458" y="4289298"/>
                </a:lnTo>
                <a:lnTo>
                  <a:pt x="1752930" y="5562879"/>
                </a:lnTo>
                <a:lnTo>
                  <a:pt x="1751965" y="5565127"/>
                </a:lnTo>
                <a:lnTo>
                  <a:pt x="1751736" y="5562612"/>
                </a:lnTo>
                <a:lnTo>
                  <a:pt x="1079017" y="4610100"/>
                </a:lnTo>
                <a:lnTo>
                  <a:pt x="1003033" y="4508500"/>
                </a:lnTo>
                <a:lnTo>
                  <a:pt x="0" y="3086100"/>
                </a:lnTo>
                <a:lnTo>
                  <a:pt x="0" y="5816600"/>
                </a:lnTo>
                <a:lnTo>
                  <a:pt x="1644408" y="5816600"/>
                </a:lnTo>
                <a:lnTo>
                  <a:pt x="3381464" y="5816600"/>
                </a:lnTo>
                <a:lnTo>
                  <a:pt x="3819893" y="5575312"/>
                </a:lnTo>
                <a:lnTo>
                  <a:pt x="4027563" y="5461012"/>
                </a:lnTo>
                <a:lnTo>
                  <a:pt x="4070083" y="5435612"/>
                </a:lnTo>
                <a:lnTo>
                  <a:pt x="4111815" y="5410212"/>
                </a:lnTo>
                <a:lnTo>
                  <a:pt x="4152760" y="5384812"/>
                </a:lnTo>
                <a:lnTo>
                  <a:pt x="4192905" y="5359412"/>
                </a:lnTo>
                <a:lnTo>
                  <a:pt x="4232237" y="5321312"/>
                </a:lnTo>
                <a:lnTo>
                  <a:pt x="4270768" y="5295912"/>
                </a:lnTo>
                <a:lnTo>
                  <a:pt x="4308475" y="5270512"/>
                </a:lnTo>
                <a:lnTo>
                  <a:pt x="4345356" y="5232400"/>
                </a:lnTo>
                <a:lnTo>
                  <a:pt x="4381411" y="5207000"/>
                </a:lnTo>
                <a:lnTo>
                  <a:pt x="4416628" y="5168900"/>
                </a:lnTo>
                <a:lnTo>
                  <a:pt x="4451007" y="5143500"/>
                </a:lnTo>
                <a:lnTo>
                  <a:pt x="4484535" y="5105400"/>
                </a:lnTo>
                <a:lnTo>
                  <a:pt x="4517212" y="5067300"/>
                </a:lnTo>
                <a:lnTo>
                  <a:pt x="4549025" y="5041900"/>
                </a:lnTo>
                <a:lnTo>
                  <a:pt x="4579975" y="5003800"/>
                </a:lnTo>
                <a:lnTo>
                  <a:pt x="4610049" y="4965700"/>
                </a:lnTo>
                <a:lnTo>
                  <a:pt x="4639246" y="4927600"/>
                </a:lnTo>
                <a:lnTo>
                  <a:pt x="4667567" y="4889500"/>
                </a:lnTo>
                <a:lnTo>
                  <a:pt x="4694999" y="4851400"/>
                </a:lnTo>
                <a:lnTo>
                  <a:pt x="4721530" y="4813300"/>
                </a:lnTo>
                <a:lnTo>
                  <a:pt x="4747158" y="4775200"/>
                </a:lnTo>
                <a:lnTo>
                  <a:pt x="4771885" y="4737100"/>
                </a:lnTo>
                <a:lnTo>
                  <a:pt x="4795698" y="4699000"/>
                </a:lnTo>
                <a:lnTo>
                  <a:pt x="4818583" y="4660900"/>
                </a:lnTo>
                <a:lnTo>
                  <a:pt x="4840554" y="4622800"/>
                </a:lnTo>
                <a:lnTo>
                  <a:pt x="4861585" y="4584700"/>
                </a:lnTo>
                <a:lnTo>
                  <a:pt x="4881677" y="4533900"/>
                </a:lnTo>
                <a:lnTo>
                  <a:pt x="4900828" y="4495800"/>
                </a:lnTo>
                <a:lnTo>
                  <a:pt x="4919040" y="4457700"/>
                </a:lnTo>
                <a:lnTo>
                  <a:pt x="4936287" y="4406900"/>
                </a:lnTo>
                <a:lnTo>
                  <a:pt x="4952568" y="4368800"/>
                </a:lnTo>
                <a:lnTo>
                  <a:pt x="4967884" y="4330700"/>
                </a:lnTo>
                <a:lnTo>
                  <a:pt x="4982235" y="4279900"/>
                </a:lnTo>
                <a:lnTo>
                  <a:pt x="4995596" y="4241800"/>
                </a:lnTo>
                <a:lnTo>
                  <a:pt x="5007978" y="4191000"/>
                </a:lnTo>
                <a:lnTo>
                  <a:pt x="5019370" y="4152900"/>
                </a:lnTo>
                <a:lnTo>
                  <a:pt x="5029759" y="4102100"/>
                </a:lnTo>
                <a:lnTo>
                  <a:pt x="5039144" y="4064000"/>
                </a:lnTo>
                <a:lnTo>
                  <a:pt x="5047526" y="4013200"/>
                </a:lnTo>
                <a:lnTo>
                  <a:pt x="5054892" y="3975100"/>
                </a:lnTo>
                <a:lnTo>
                  <a:pt x="5061229" y="3924300"/>
                </a:lnTo>
                <a:lnTo>
                  <a:pt x="5066550" y="3873500"/>
                </a:lnTo>
                <a:lnTo>
                  <a:pt x="5070830" y="3835400"/>
                </a:lnTo>
                <a:lnTo>
                  <a:pt x="5074069" y="3784600"/>
                </a:lnTo>
                <a:lnTo>
                  <a:pt x="5076266" y="3746500"/>
                </a:lnTo>
                <a:lnTo>
                  <a:pt x="5077409" y="3695700"/>
                </a:lnTo>
                <a:lnTo>
                  <a:pt x="5077409" y="3690582"/>
                </a:lnTo>
                <a:lnTo>
                  <a:pt x="5077498" y="3644900"/>
                </a:lnTo>
                <a:lnTo>
                  <a:pt x="5077498" y="3644696"/>
                </a:lnTo>
                <a:close/>
              </a:path>
            </a:pathLst>
          </a:custGeom>
          <a:solidFill>
            <a:srgbClr val="FFFFFF"/>
          </a:solidFill>
        </p:spPr>
        <p:txBody>
          <a:bodyPr wrap="square" lIns="0" tIns="0" rIns="0" bIns="0" rtlCol="0"/>
          <a:lstStyle/>
          <a:p>
            <a:pPr defTabSz="554492"/>
            <a:endParaRPr sz="1092" kern="0">
              <a:solidFill>
                <a:sysClr val="windowText" lastClr="000000"/>
              </a:solidFill>
            </a:endParaRPr>
          </a:p>
        </p:txBody>
      </p:sp>
    </p:spTree>
    <p:extLst>
      <p:ext uri="{BB962C8B-B14F-4D97-AF65-F5344CB8AC3E}">
        <p14:creationId xmlns:p14="http://schemas.microsoft.com/office/powerpoint/2010/main" val="4292684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rt Layout 1">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15C9195-EC27-41E8-2AD5-8A52BC489693}"/>
              </a:ext>
            </a:extLst>
          </p:cNvPr>
          <p:cNvSpPr>
            <a:spLocks noGrp="1"/>
          </p:cNvSpPr>
          <p:nvPr>
            <p:ph type="dt" sz="half" idx="10"/>
          </p:nvPr>
        </p:nvSpPr>
        <p:spPr/>
        <p:txBody>
          <a:bodyPr/>
          <a:lstStyle>
            <a:lvl1pPr>
              <a:defRPr/>
            </a:lvl1pPr>
          </a:lstStyle>
          <a:p>
            <a:r>
              <a:rPr lang="en-US" dirty="0"/>
              <a:t>Presentation Title:</a:t>
            </a:r>
          </a:p>
        </p:txBody>
      </p:sp>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65125"/>
            <a:ext cx="10515600" cy="1048039"/>
          </a:xfrm>
        </p:spPr>
        <p:txBody>
          <a:bodyPr/>
          <a:lstStyle>
            <a:lvl1pPr>
              <a:defRPr sz="3500">
                <a:solidFill>
                  <a:srgbClr val="EF6E23"/>
                </a:solidFill>
              </a:defRPr>
            </a:lvl1pPr>
          </a:lstStyle>
          <a:p>
            <a:r>
              <a:rPr lang="en-US" dirty="0"/>
              <a:t>Section Title Set </a:t>
            </a:r>
            <a:br>
              <a:rPr lang="en-US" dirty="0"/>
            </a:br>
            <a:r>
              <a:rPr lang="en-US" dirty="0"/>
              <a:t>Across 1 or 2 Lines </a:t>
            </a:r>
          </a:p>
        </p:txBody>
      </p:sp>
      <p:sp>
        <p:nvSpPr>
          <p:cNvPr id="11" name="Text Placeholder 9">
            <a:extLst>
              <a:ext uri="{FF2B5EF4-FFF2-40B4-BE49-F238E27FC236}">
                <a16:creationId xmlns:a16="http://schemas.microsoft.com/office/drawing/2014/main" id="{394D2008-5FF2-DE66-C4E3-AF0DA3297D2F}"/>
              </a:ext>
            </a:extLst>
          </p:cNvPr>
          <p:cNvSpPr>
            <a:spLocks noGrp="1"/>
          </p:cNvSpPr>
          <p:nvPr>
            <p:ph type="body" sz="quarter" idx="15" hasCustomPrompt="1"/>
          </p:nvPr>
        </p:nvSpPr>
        <p:spPr>
          <a:xfrm>
            <a:off x="8722447" y="2992438"/>
            <a:ext cx="3213100" cy="3186111"/>
          </a:xfrm>
        </p:spPr>
        <p:txBody>
          <a:bodyPr>
            <a:normAutofit/>
          </a:bodyPr>
          <a:lstStyle>
            <a:lvl1pPr algn="l">
              <a:buClr>
                <a:srgbClr val="F56F1F"/>
              </a:buClr>
              <a:buFont typeface="Wingdings" panose="05000000000000000000" pitchFamily="2" charset="2"/>
              <a:buChar char="q"/>
              <a:defRPr sz="1400" b="0"/>
            </a:lvl1pPr>
          </a:lstStyle>
          <a:p>
            <a:pPr lvl="0"/>
            <a:r>
              <a:rPr lang="en-US" dirty="0"/>
              <a:t>Bullet point</a:t>
            </a:r>
          </a:p>
          <a:p>
            <a:pPr lvl="0"/>
            <a:r>
              <a:rPr lang="en-US" dirty="0"/>
              <a:t>Bullet point</a:t>
            </a:r>
          </a:p>
          <a:p>
            <a:pPr lvl="0"/>
            <a:r>
              <a:rPr lang="en-US" dirty="0"/>
              <a:t>Bullet point</a:t>
            </a:r>
          </a:p>
          <a:p>
            <a:pPr lvl="0"/>
            <a:r>
              <a:rPr lang="en-US" dirty="0"/>
              <a:t>Bullet point</a:t>
            </a:r>
          </a:p>
          <a:p>
            <a:pPr lvl="0"/>
            <a:r>
              <a:rPr lang="en-US" dirty="0"/>
              <a:t>Bullet point</a:t>
            </a:r>
          </a:p>
          <a:p>
            <a:pPr lvl="0"/>
            <a:r>
              <a:rPr lang="en-US" dirty="0"/>
              <a:t>Bullet point</a:t>
            </a:r>
          </a:p>
          <a:p>
            <a:pPr lvl="0"/>
            <a:r>
              <a:rPr lang="en-US" dirty="0"/>
              <a:t>Bullet point</a:t>
            </a:r>
          </a:p>
          <a:p>
            <a:pPr lvl="0"/>
            <a:endParaRPr lang="en-US" dirty="0"/>
          </a:p>
          <a:p>
            <a:pPr lvl="0"/>
            <a:endParaRPr lang="en-US" dirty="0"/>
          </a:p>
        </p:txBody>
      </p:sp>
      <p:sp>
        <p:nvSpPr>
          <p:cNvPr id="5" name="Chart Placeholder 4">
            <a:extLst>
              <a:ext uri="{FF2B5EF4-FFF2-40B4-BE49-F238E27FC236}">
                <a16:creationId xmlns:a16="http://schemas.microsoft.com/office/drawing/2014/main" id="{2FF9051F-4B36-9B07-D32B-0938925D058E}"/>
              </a:ext>
            </a:extLst>
          </p:cNvPr>
          <p:cNvSpPr>
            <a:spLocks noGrp="1"/>
          </p:cNvSpPr>
          <p:nvPr>
            <p:ph type="chart" sz="quarter" idx="16"/>
          </p:nvPr>
        </p:nvSpPr>
        <p:spPr>
          <a:xfrm>
            <a:off x="838200" y="2992438"/>
            <a:ext cx="7570788" cy="3186112"/>
          </a:xfrm>
        </p:spPr>
        <p:txBody>
          <a:bodyPr/>
          <a:lstStyle/>
          <a:p>
            <a:endParaRPr lang="en-US"/>
          </a:p>
        </p:txBody>
      </p:sp>
      <p:sp>
        <p:nvSpPr>
          <p:cNvPr id="8" name="Text Placeholder 7">
            <a:extLst>
              <a:ext uri="{FF2B5EF4-FFF2-40B4-BE49-F238E27FC236}">
                <a16:creationId xmlns:a16="http://schemas.microsoft.com/office/drawing/2014/main" id="{3CD7B167-EA9B-5F76-16A1-D48A74022D0B}"/>
              </a:ext>
            </a:extLst>
          </p:cNvPr>
          <p:cNvSpPr>
            <a:spLocks noGrp="1"/>
          </p:cNvSpPr>
          <p:nvPr>
            <p:ph type="body" sz="quarter" idx="17" hasCustomPrompt="1"/>
          </p:nvPr>
        </p:nvSpPr>
        <p:spPr>
          <a:xfrm>
            <a:off x="838200" y="1801813"/>
            <a:ext cx="7570788" cy="900112"/>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Supporting Text…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p:txBody>
      </p:sp>
      <p:pic>
        <p:nvPicPr>
          <p:cNvPr id="2" name="Graphic 1">
            <a:extLst>
              <a:ext uri="{FF2B5EF4-FFF2-40B4-BE49-F238E27FC236}">
                <a16:creationId xmlns:a16="http://schemas.microsoft.com/office/drawing/2014/main" id="{C062BEC8-724F-3E7C-67FD-3D46F474C0A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3800" y="146546"/>
            <a:ext cx="611589" cy="678402"/>
          </a:xfrm>
          <a:prstGeom prst="rect">
            <a:avLst/>
          </a:prstGeom>
        </p:spPr>
      </p:pic>
    </p:spTree>
    <p:extLst>
      <p:ext uri="{BB962C8B-B14F-4D97-AF65-F5344CB8AC3E}">
        <p14:creationId xmlns:p14="http://schemas.microsoft.com/office/powerpoint/2010/main" val="23648965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rt Layout 2">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15C9195-EC27-41E8-2AD5-8A52BC489693}"/>
              </a:ext>
            </a:extLst>
          </p:cNvPr>
          <p:cNvSpPr>
            <a:spLocks noGrp="1"/>
          </p:cNvSpPr>
          <p:nvPr>
            <p:ph type="dt" sz="half" idx="10"/>
          </p:nvPr>
        </p:nvSpPr>
        <p:spPr/>
        <p:txBody>
          <a:bodyPr/>
          <a:lstStyle>
            <a:lvl1pPr>
              <a:defRPr/>
            </a:lvl1pPr>
          </a:lstStyle>
          <a:p>
            <a:r>
              <a:rPr lang="en-US" dirty="0"/>
              <a:t>Presentation Title:</a:t>
            </a:r>
          </a:p>
        </p:txBody>
      </p:sp>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65125"/>
            <a:ext cx="10515600" cy="1048039"/>
          </a:xfrm>
        </p:spPr>
        <p:txBody>
          <a:bodyPr/>
          <a:lstStyle>
            <a:lvl1pPr>
              <a:defRPr sz="3500">
                <a:solidFill>
                  <a:srgbClr val="EF6E23"/>
                </a:solidFill>
              </a:defRPr>
            </a:lvl1pPr>
          </a:lstStyle>
          <a:p>
            <a:r>
              <a:rPr lang="en-US" dirty="0"/>
              <a:t>Section Title Set </a:t>
            </a:r>
            <a:br>
              <a:rPr lang="en-US" dirty="0"/>
            </a:br>
            <a:r>
              <a:rPr lang="en-US" dirty="0"/>
              <a:t>Across 1 or 2 Lines </a:t>
            </a:r>
          </a:p>
        </p:txBody>
      </p:sp>
      <p:sp>
        <p:nvSpPr>
          <p:cNvPr id="5" name="Chart Placeholder 4">
            <a:extLst>
              <a:ext uri="{FF2B5EF4-FFF2-40B4-BE49-F238E27FC236}">
                <a16:creationId xmlns:a16="http://schemas.microsoft.com/office/drawing/2014/main" id="{2FF9051F-4B36-9B07-D32B-0938925D058E}"/>
              </a:ext>
            </a:extLst>
          </p:cNvPr>
          <p:cNvSpPr>
            <a:spLocks noGrp="1"/>
          </p:cNvSpPr>
          <p:nvPr>
            <p:ph type="chart" sz="quarter" idx="16"/>
          </p:nvPr>
        </p:nvSpPr>
        <p:spPr>
          <a:xfrm>
            <a:off x="4585855" y="1662402"/>
            <a:ext cx="6767945" cy="4578394"/>
          </a:xfrm>
        </p:spPr>
        <p:txBody>
          <a:bodyPr/>
          <a:lstStyle/>
          <a:p>
            <a:endParaRPr lang="en-US"/>
          </a:p>
        </p:txBody>
      </p:sp>
      <p:sp>
        <p:nvSpPr>
          <p:cNvPr id="9" name="Text Placeholder 8">
            <a:extLst>
              <a:ext uri="{FF2B5EF4-FFF2-40B4-BE49-F238E27FC236}">
                <a16:creationId xmlns:a16="http://schemas.microsoft.com/office/drawing/2014/main" id="{F7203D82-45C0-0369-9ADD-2D9AFE6AFB67}"/>
              </a:ext>
            </a:extLst>
          </p:cNvPr>
          <p:cNvSpPr>
            <a:spLocks noGrp="1"/>
          </p:cNvSpPr>
          <p:nvPr>
            <p:ph type="body" sz="quarter" idx="17" hasCustomPrompt="1"/>
          </p:nvPr>
        </p:nvSpPr>
        <p:spPr>
          <a:xfrm>
            <a:off x="838200" y="1662113"/>
            <a:ext cx="3511550" cy="4578350"/>
          </a:xfrm>
        </p:spPr>
        <p:txBody>
          <a:bodyPr/>
          <a:lstStyle>
            <a:lvl1pPr>
              <a:buNone/>
              <a:defRPr sz="1400"/>
            </a:lvl1pPr>
          </a:lstStyle>
          <a:p>
            <a:pPr lvl="0"/>
            <a:r>
              <a:rPr lang="en-US" dirty="0"/>
              <a:t> Lorem Ipsum…</a:t>
            </a:r>
          </a:p>
        </p:txBody>
      </p:sp>
      <p:pic>
        <p:nvPicPr>
          <p:cNvPr id="2" name="Graphic 1">
            <a:extLst>
              <a:ext uri="{FF2B5EF4-FFF2-40B4-BE49-F238E27FC236}">
                <a16:creationId xmlns:a16="http://schemas.microsoft.com/office/drawing/2014/main" id="{4F46D3C6-E13F-7539-29BE-6F98F5C7F25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3800" y="146546"/>
            <a:ext cx="611589" cy="678402"/>
          </a:xfrm>
          <a:prstGeom prst="rect">
            <a:avLst/>
          </a:prstGeom>
        </p:spPr>
      </p:pic>
    </p:spTree>
    <p:extLst>
      <p:ext uri="{BB962C8B-B14F-4D97-AF65-F5344CB8AC3E}">
        <p14:creationId xmlns:p14="http://schemas.microsoft.com/office/powerpoint/2010/main" val="36026842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slide">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65125"/>
            <a:ext cx="10515600" cy="1048039"/>
          </a:xfrm>
        </p:spPr>
        <p:txBody>
          <a:bodyPr/>
          <a:lstStyle>
            <a:lvl1pPr>
              <a:defRPr sz="3500">
                <a:solidFill>
                  <a:srgbClr val="EF6E23"/>
                </a:solidFill>
              </a:defRPr>
            </a:lvl1pPr>
          </a:lstStyle>
          <a:p>
            <a:r>
              <a:rPr lang="en-US" dirty="0"/>
              <a:t>Section Title Set </a:t>
            </a:r>
            <a:br>
              <a:rPr lang="en-US" dirty="0"/>
            </a:br>
            <a:r>
              <a:rPr lang="en-US" dirty="0"/>
              <a:t>Across 1 or 2 Lines </a:t>
            </a:r>
          </a:p>
        </p:txBody>
      </p:sp>
      <p:sp>
        <p:nvSpPr>
          <p:cNvPr id="9" name="Text Placeholder 8">
            <a:extLst>
              <a:ext uri="{FF2B5EF4-FFF2-40B4-BE49-F238E27FC236}">
                <a16:creationId xmlns:a16="http://schemas.microsoft.com/office/drawing/2014/main" id="{F7203D82-45C0-0369-9ADD-2D9AFE6AFB67}"/>
              </a:ext>
            </a:extLst>
          </p:cNvPr>
          <p:cNvSpPr>
            <a:spLocks noGrp="1"/>
          </p:cNvSpPr>
          <p:nvPr>
            <p:ph type="body" sz="quarter" idx="17" hasCustomPrompt="1"/>
          </p:nvPr>
        </p:nvSpPr>
        <p:spPr>
          <a:xfrm>
            <a:off x="7980218" y="1801813"/>
            <a:ext cx="3373582" cy="4856162"/>
          </a:xfrm>
        </p:spPr>
        <p:txBody>
          <a:bodyPr/>
          <a:lstStyle>
            <a:lvl1pPr>
              <a:buNone/>
              <a:defRPr sz="1400"/>
            </a:lvl1pPr>
          </a:lstStyle>
          <a:p>
            <a:pPr lvl="0"/>
            <a:r>
              <a:rPr lang="en-US" dirty="0"/>
              <a:t> Lorem Ipsum…</a:t>
            </a:r>
          </a:p>
        </p:txBody>
      </p:sp>
      <p:sp>
        <p:nvSpPr>
          <p:cNvPr id="3" name="Table Placeholder 2">
            <a:extLst>
              <a:ext uri="{FF2B5EF4-FFF2-40B4-BE49-F238E27FC236}">
                <a16:creationId xmlns:a16="http://schemas.microsoft.com/office/drawing/2014/main" id="{A5D8111D-65B7-9DC3-FD80-AEEE7A537429}"/>
              </a:ext>
            </a:extLst>
          </p:cNvPr>
          <p:cNvSpPr>
            <a:spLocks noGrp="1"/>
          </p:cNvSpPr>
          <p:nvPr>
            <p:ph type="tbl" sz="quarter" idx="18"/>
          </p:nvPr>
        </p:nvSpPr>
        <p:spPr>
          <a:xfrm>
            <a:off x="838200" y="3006436"/>
            <a:ext cx="6871854" cy="3651539"/>
          </a:xfrm>
        </p:spPr>
        <p:txBody>
          <a:bodyPr/>
          <a:lstStyle/>
          <a:p>
            <a:endParaRPr lang="en-US"/>
          </a:p>
        </p:txBody>
      </p:sp>
      <p:sp>
        <p:nvSpPr>
          <p:cNvPr id="6" name="Text Placeholder 7">
            <a:extLst>
              <a:ext uri="{FF2B5EF4-FFF2-40B4-BE49-F238E27FC236}">
                <a16:creationId xmlns:a16="http://schemas.microsoft.com/office/drawing/2014/main" id="{CA4C4C70-9A0F-BC68-099E-38BD53135728}"/>
              </a:ext>
            </a:extLst>
          </p:cNvPr>
          <p:cNvSpPr>
            <a:spLocks noGrp="1"/>
          </p:cNvSpPr>
          <p:nvPr>
            <p:ph type="body" sz="quarter" idx="19" hasCustomPrompt="1"/>
          </p:nvPr>
        </p:nvSpPr>
        <p:spPr>
          <a:xfrm>
            <a:off x="838200" y="1801813"/>
            <a:ext cx="6871854" cy="900112"/>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vl1pPr>
          </a:lstStyle>
          <a:p>
            <a:pPr lvl="0"/>
            <a:r>
              <a:rPr lang="en-US" dirty="0"/>
              <a:t> Lorem Ipsum…</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p:txBody>
      </p:sp>
      <p:pic>
        <p:nvPicPr>
          <p:cNvPr id="2" name="Graphic 1">
            <a:extLst>
              <a:ext uri="{FF2B5EF4-FFF2-40B4-BE49-F238E27FC236}">
                <a16:creationId xmlns:a16="http://schemas.microsoft.com/office/drawing/2014/main" id="{B808EF9F-E86C-4CE1-0A45-6CDD1FD331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3800" y="146546"/>
            <a:ext cx="611589" cy="678402"/>
          </a:xfrm>
          <a:prstGeom prst="rect">
            <a:avLst/>
          </a:prstGeom>
        </p:spPr>
      </p:pic>
    </p:spTree>
    <p:extLst>
      <p:ext uri="{BB962C8B-B14F-4D97-AF65-F5344CB8AC3E}">
        <p14:creationId xmlns:p14="http://schemas.microsoft.com/office/powerpoint/2010/main" val="3046803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rge Table">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65125"/>
            <a:ext cx="10515600" cy="1048039"/>
          </a:xfrm>
        </p:spPr>
        <p:txBody>
          <a:bodyPr/>
          <a:lstStyle>
            <a:lvl1pPr>
              <a:defRPr sz="3500">
                <a:solidFill>
                  <a:srgbClr val="EF6E23"/>
                </a:solidFill>
              </a:defRPr>
            </a:lvl1pPr>
          </a:lstStyle>
          <a:p>
            <a:r>
              <a:rPr lang="en-US" dirty="0"/>
              <a:t>Section Title Set </a:t>
            </a:r>
            <a:br>
              <a:rPr lang="en-US" dirty="0"/>
            </a:br>
            <a:r>
              <a:rPr lang="en-US" dirty="0"/>
              <a:t>Across 1 or 2 Lines </a:t>
            </a:r>
          </a:p>
        </p:txBody>
      </p:sp>
      <p:sp>
        <p:nvSpPr>
          <p:cNvPr id="9" name="Text Placeholder 8">
            <a:extLst>
              <a:ext uri="{FF2B5EF4-FFF2-40B4-BE49-F238E27FC236}">
                <a16:creationId xmlns:a16="http://schemas.microsoft.com/office/drawing/2014/main" id="{F7203D82-45C0-0369-9ADD-2D9AFE6AFB67}"/>
              </a:ext>
            </a:extLst>
          </p:cNvPr>
          <p:cNvSpPr>
            <a:spLocks noGrp="1"/>
          </p:cNvSpPr>
          <p:nvPr>
            <p:ph type="body" sz="quarter" idx="17" hasCustomPrompt="1"/>
          </p:nvPr>
        </p:nvSpPr>
        <p:spPr>
          <a:xfrm>
            <a:off x="7980218" y="1801813"/>
            <a:ext cx="3373582" cy="4856162"/>
          </a:xfrm>
        </p:spPr>
        <p:txBody>
          <a:bodyPr/>
          <a:lstStyle>
            <a:lvl1pPr>
              <a:buNone/>
              <a:defRPr sz="1400"/>
            </a:lvl1pPr>
          </a:lstStyle>
          <a:p>
            <a:pPr lvl="0"/>
            <a:r>
              <a:rPr lang="en-US" dirty="0"/>
              <a:t> Lorem Ipsum…</a:t>
            </a:r>
          </a:p>
        </p:txBody>
      </p:sp>
      <p:sp>
        <p:nvSpPr>
          <p:cNvPr id="3" name="Table Placeholder 2">
            <a:extLst>
              <a:ext uri="{FF2B5EF4-FFF2-40B4-BE49-F238E27FC236}">
                <a16:creationId xmlns:a16="http://schemas.microsoft.com/office/drawing/2014/main" id="{A5D8111D-65B7-9DC3-FD80-AEEE7A537429}"/>
              </a:ext>
            </a:extLst>
          </p:cNvPr>
          <p:cNvSpPr>
            <a:spLocks noGrp="1"/>
          </p:cNvSpPr>
          <p:nvPr>
            <p:ph type="tbl" sz="quarter" idx="18"/>
          </p:nvPr>
        </p:nvSpPr>
        <p:spPr>
          <a:xfrm>
            <a:off x="838200" y="1801814"/>
            <a:ext cx="6871854" cy="4856162"/>
          </a:xfrm>
        </p:spPr>
        <p:txBody>
          <a:bodyPr/>
          <a:lstStyle/>
          <a:p>
            <a:endParaRPr lang="en-US"/>
          </a:p>
        </p:txBody>
      </p:sp>
      <p:pic>
        <p:nvPicPr>
          <p:cNvPr id="2" name="Graphic 1">
            <a:extLst>
              <a:ext uri="{FF2B5EF4-FFF2-40B4-BE49-F238E27FC236}">
                <a16:creationId xmlns:a16="http://schemas.microsoft.com/office/drawing/2014/main" id="{06549736-381C-90BA-559B-3F82BB30B88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3800" y="146546"/>
            <a:ext cx="611589" cy="678402"/>
          </a:xfrm>
          <a:prstGeom prst="rect">
            <a:avLst/>
          </a:prstGeom>
        </p:spPr>
      </p:pic>
    </p:spTree>
    <p:extLst>
      <p:ext uri="{BB962C8B-B14F-4D97-AF65-F5344CB8AC3E}">
        <p14:creationId xmlns:p14="http://schemas.microsoft.com/office/powerpoint/2010/main" val="18735429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and Chart">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65125"/>
            <a:ext cx="10402957" cy="1048039"/>
          </a:xfrm>
        </p:spPr>
        <p:txBody>
          <a:bodyPr/>
          <a:lstStyle>
            <a:lvl1pPr>
              <a:defRPr sz="3500">
                <a:solidFill>
                  <a:srgbClr val="EF6E23"/>
                </a:solidFill>
              </a:defRPr>
            </a:lvl1pPr>
          </a:lstStyle>
          <a:p>
            <a:r>
              <a:rPr lang="en-US" dirty="0"/>
              <a:t>Section Title Set </a:t>
            </a:r>
            <a:br>
              <a:rPr lang="en-US" dirty="0"/>
            </a:br>
            <a:r>
              <a:rPr lang="en-US" dirty="0"/>
              <a:t>Across 1 or 2 Lines </a:t>
            </a:r>
          </a:p>
        </p:txBody>
      </p:sp>
      <p:sp>
        <p:nvSpPr>
          <p:cNvPr id="9" name="Text Placeholder 8">
            <a:extLst>
              <a:ext uri="{FF2B5EF4-FFF2-40B4-BE49-F238E27FC236}">
                <a16:creationId xmlns:a16="http://schemas.microsoft.com/office/drawing/2014/main" id="{F7203D82-45C0-0369-9ADD-2D9AFE6AFB67}"/>
              </a:ext>
            </a:extLst>
          </p:cNvPr>
          <p:cNvSpPr>
            <a:spLocks noGrp="1"/>
          </p:cNvSpPr>
          <p:nvPr>
            <p:ph type="body" sz="quarter" idx="17" hasCustomPrompt="1"/>
          </p:nvPr>
        </p:nvSpPr>
        <p:spPr>
          <a:xfrm>
            <a:off x="838199" y="5930900"/>
            <a:ext cx="6324601" cy="561975"/>
          </a:xfrm>
        </p:spPr>
        <p:txBody>
          <a:bodyPr/>
          <a:lstStyle>
            <a:lvl1pPr>
              <a:buNone/>
              <a:defRPr sz="1400"/>
            </a:lvl1pPr>
          </a:lstStyle>
          <a:p>
            <a:pPr lvl="0"/>
            <a:r>
              <a:rPr lang="en-US" dirty="0"/>
              <a:t> Lorem Ipsum…</a:t>
            </a:r>
          </a:p>
        </p:txBody>
      </p:sp>
      <p:sp>
        <p:nvSpPr>
          <p:cNvPr id="3" name="Table Placeholder 2">
            <a:extLst>
              <a:ext uri="{FF2B5EF4-FFF2-40B4-BE49-F238E27FC236}">
                <a16:creationId xmlns:a16="http://schemas.microsoft.com/office/drawing/2014/main" id="{A5D8111D-65B7-9DC3-FD80-AEEE7A537429}"/>
              </a:ext>
            </a:extLst>
          </p:cNvPr>
          <p:cNvSpPr>
            <a:spLocks noGrp="1"/>
          </p:cNvSpPr>
          <p:nvPr>
            <p:ph type="tbl" sz="quarter" idx="18"/>
          </p:nvPr>
        </p:nvSpPr>
        <p:spPr>
          <a:xfrm>
            <a:off x="838200" y="1801814"/>
            <a:ext cx="6324600" cy="1869641"/>
          </a:xfrm>
        </p:spPr>
        <p:txBody>
          <a:bodyPr/>
          <a:lstStyle/>
          <a:p>
            <a:endParaRPr lang="en-US"/>
          </a:p>
        </p:txBody>
      </p:sp>
      <p:sp>
        <p:nvSpPr>
          <p:cNvPr id="2" name="Table Placeholder 2">
            <a:extLst>
              <a:ext uri="{FF2B5EF4-FFF2-40B4-BE49-F238E27FC236}">
                <a16:creationId xmlns:a16="http://schemas.microsoft.com/office/drawing/2014/main" id="{444095DB-7E26-3D96-3D2A-E2D56F9D20C3}"/>
              </a:ext>
            </a:extLst>
          </p:cNvPr>
          <p:cNvSpPr>
            <a:spLocks noGrp="1"/>
          </p:cNvSpPr>
          <p:nvPr>
            <p:ph type="tbl" sz="quarter" idx="19"/>
          </p:nvPr>
        </p:nvSpPr>
        <p:spPr>
          <a:xfrm>
            <a:off x="838200" y="3852287"/>
            <a:ext cx="6324600" cy="1869641"/>
          </a:xfrm>
        </p:spPr>
        <p:txBody>
          <a:bodyPr/>
          <a:lstStyle/>
          <a:p>
            <a:endParaRPr lang="en-US"/>
          </a:p>
        </p:txBody>
      </p:sp>
      <p:sp>
        <p:nvSpPr>
          <p:cNvPr id="5" name="Chart Placeholder 4">
            <a:extLst>
              <a:ext uri="{FF2B5EF4-FFF2-40B4-BE49-F238E27FC236}">
                <a16:creationId xmlns:a16="http://schemas.microsoft.com/office/drawing/2014/main" id="{191246BB-657E-2169-E740-6377E9B77970}"/>
              </a:ext>
            </a:extLst>
          </p:cNvPr>
          <p:cNvSpPr>
            <a:spLocks noGrp="1"/>
          </p:cNvSpPr>
          <p:nvPr>
            <p:ph type="chart" sz="quarter" idx="20"/>
          </p:nvPr>
        </p:nvSpPr>
        <p:spPr>
          <a:xfrm>
            <a:off x="7370618" y="1801813"/>
            <a:ext cx="3983182" cy="3919537"/>
          </a:xfrm>
        </p:spPr>
        <p:txBody>
          <a:bodyPr/>
          <a:lstStyle/>
          <a:p>
            <a:endParaRPr lang="en-US"/>
          </a:p>
        </p:txBody>
      </p:sp>
      <p:sp>
        <p:nvSpPr>
          <p:cNvPr id="6" name="Text Placeholder 8">
            <a:extLst>
              <a:ext uri="{FF2B5EF4-FFF2-40B4-BE49-F238E27FC236}">
                <a16:creationId xmlns:a16="http://schemas.microsoft.com/office/drawing/2014/main" id="{8053164A-B195-0C8C-D622-03D46292A43B}"/>
              </a:ext>
            </a:extLst>
          </p:cNvPr>
          <p:cNvSpPr>
            <a:spLocks noGrp="1"/>
          </p:cNvSpPr>
          <p:nvPr>
            <p:ph type="body" sz="quarter" idx="21" hasCustomPrompt="1"/>
          </p:nvPr>
        </p:nvSpPr>
        <p:spPr>
          <a:xfrm>
            <a:off x="7370619" y="5930899"/>
            <a:ext cx="3983182" cy="561975"/>
          </a:xfrm>
        </p:spPr>
        <p:txBody>
          <a:bodyPr/>
          <a:lstStyle>
            <a:lvl1pPr>
              <a:buNone/>
              <a:defRPr sz="1400"/>
            </a:lvl1pPr>
          </a:lstStyle>
          <a:p>
            <a:pPr lvl="0"/>
            <a:r>
              <a:rPr lang="en-US" dirty="0"/>
              <a:t> Lorem Ipsum…</a:t>
            </a:r>
          </a:p>
        </p:txBody>
      </p:sp>
      <p:pic>
        <p:nvPicPr>
          <p:cNvPr id="4" name="Graphic 3">
            <a:extLst>
              <a:ext uri="{FF2B5EF4-FFF2-40B4-BE49-F238E27FC236}">
                <a16:creationId xmlns:a16="http://schemas.microsoft.com/office/drawing/2014/main" id="{CC9DB4FF-2AAC-55CA-F9A4-E20BDA16D0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3800" y="146546"/>
            <a:ext cx="611589" cy="678402"/>
          </a:xfrm>
          <a:prstGeom prst="rect">
            <a:avLst/>
          </a:prstGeom>
        </p:spPr>
      </p:pic>
    </p:spTree>
    <p:extLst>
      <p:ext uri="{BB962C8B-B14F-4D97-AF65-F5344CB8AC3E}">
        <p14:creationId xmlns:p14="http://schemas.microsoft.com/office/powerpoint/2010/main" val="38118625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Comparison">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65125"/>
            <a:ext cx="10515600" cy="1048039"/>
          </a:xfrm>
        </p:spPr>
        <p:txBody>
          <a:bodyPr/>
          <a:lstStyle>
            <a:lvl1pPr>
              <a:defRPr sz="3500">
                <a:solidFill>
                  <a:srgbClr val="EF6E23"/>
                </a:solidFill>
              </a:defRPr>
            </a:lvl1pPr>
          </a:lstStyle>
          <a:p>
            <a:r>
              <a:rPr lang="en-US" dirty="0"/>
              <a:t>Section Title Set </a:t>
            </a:r>
            <a:br>
              <a:rPr lang="en-US" dirty="0"/>
            </a:br>
            <a:r>
              <a:rPr lang="en-US" dirty="0"/>
              <a:t>Across 1 or 2 Lines </a:t>
            </a:r>
          </a:p>
        </p:txBody>
      </p:sp>
      <p:sp>
        <p:nvSpPr>
          <p:cNvPr id="9" name="Text Placeholder 8">
            <a:extLst>
              <a:ext uri="{FF2B5EF4-FFF2-40B4-BE49-F238E27FC236}">
                <a16:creationId xmlns:a16="http://schemas.microsoft.com/office/drawing/2014/main" id="{F7203D82-45C0-0369-9ADD-2D9AFE6AFB67}"/>
              </a:ext>
            </a:extLst>
          </p:cNvPr>
          <p:cNvSpPr>
            <a:spLocks noGrp="1"/>
          </p:cNvSpPr>
          <p:nvPr>
            <p:ph type="body" sz="quarter" idx="17" hasCustomPrompt="1"/>
          </p:nvPr>
        </p:nvSpPr>
        <p:spPr>
          <a:xfrm>
            <a:off x="838199" y="5652656"/>
            <a:ext cx="7573544" cy="840219"/>
          </a:xfrm>
        </p:spPr>
        <p:txBody>
          <a:bodyPr/>
          <a:lstStyle>
            <a:lvl1pPr>
              <a:buNone/>
              <a:defRPr sz="1400"/>
            </a:lvl1pPr>
          </a:lstStyle>
          <a:p>
            <a:pPr lvl="0"/>
            <a:r>
              <a:rPr lang="en-US" dirty="0"/>
              <a:t> Lorem Ipsum…</a:t>
            </a:r>
          </a:p>
        </p:txBody>
      </p:sp>
      <p:sp>
        <p:nvSpPr>
          <p:cNvPr id="5" name="Chart Placeholder 4">
            <a:extLst>
              <a:ext uri="{FF2B5EF4-FFF2-40B4-BE49-F238E27FC236}">
                <a16:creationId xmlns:a16="http://schemas.microsoft.com/office/drawing/2014/main" id="{191246BB-657E-2169-E740-6377E9B77970}"/>
              </a:ext>
            </a:extLst>
          </p:cNvPr>
          <p:cNvSpPr>
            <a:spLocks noGrp="1"/>
          </p:cNvSpPr>
          <p:nvPr>
            <p:ph type="chart" sz="quarter" idx="20"/>
          </p:nvPr>
        </p:nvSpPr>
        <p:spPr>
          <a:xfrm>
            <a:off x="4779817" y="1856510"/>
            <a:ext cx="3631926" cy="3573894"/>
          </a:xfrm>
        </p:spPr>
        <p:txBody>
          <a:bodyPr/>
          <a:lstStyle/>
          <a:p>
            <a:endParaRPr lang="en-US"/>
          </a:p>
        </p:txBody>
      </p:sp>
      <p:sp>
        <p:nvSpPr>
          <p:cNvPr id="6" name="Text Placeholder 8">
            <a:extLst>
              <a:ext uri="{FF2B5EF4-FFF2-40B4-BE49-F238E27FC236}">
                <a16:creationId xmlns:a16="http://schemas.microsoft.com/office/drawing/2014/main" id="{8053164A-B195-0C8C-D622-03D46292A43B}"/>
              </a:ext>
            </a:extLst>
          </p:cNvPr>
          <p:cNvSpPr>
            <a:spLocks noGrp="1"/>
          </p:cNvSpPr>
          <p:nvPr>
            <p:ph type="body" sz="quarter" idx="21" hasCustomPrompt="1"/>
          </p:nvPr>
        </p:nvSpPr>
        <p:spPr>
          <a:xfrm>
            <a:off x="8721433" y="1885373"/>
            <a:ext cx="2632366" cy="3545031"/>
          </a:xfrm>
        </p:spPr>
        <p:txBody>
          <a:bodyPr/>
          <a:lstStyle>
            <a:lvl1pPr>
              <a:buNone/>
              <a:defRPr sz="1400"/>
            </a:lvl1pPr>
          </a:lstStyle>
          <a:p>
            <a:pPr lvl="0"/>
            <a:r>
              <a:rPr lang="en-US" dirty="0"/>
              <a:t> Lorem Ipsum…</a:t>
            </a:r>
          </a:p>
        </p:txBody>
      </p:sp>
      <p:sp>
        <p:nvSpPr>
          <p:cNvPr id="4" name="Chart Placeholder 4">
            <a:extLst>
              <a:ext uri="{FF2B5EF4-FFF2-40B4-BE49-F238E27FC236}">
                <a16:creationId xmlns:a16="http://schemas.microsoft.com/office/drawing/2014/main" id="{893C3829-BE81-D197-91A9-4E613C5B152D}"/>
              </a:ext>
            </a:extLst>
          </p:cNvPr>
          <p:cNvSpPr>
            <a:spLocks noGrp="1"/>
          </p:cNvSpPr>
          <p:nvPr>
            <p:ph type="chart" sz="quarter" idx="22"/>
          </p:nvPr>
        </p:nvSpPr>
        <p:spPr>
          <a:xfrm>
            <a:off x="838201" y="1856510"/>
            <a:ext cx="3631926" cy="3573894"/>
          </a:xfrm>
        </p:spPr>
        <p:txBody>
          <a:bodyPr/>
          <a:lstStyle/>
          <a:p>
            <a:endParaRPr lang="en-US"/>
          </a:p>
        </p:txBody>
      </p:sp>
      <p:pic>
        <p:nvPicPr>
          <p:cNvPr id="2" name="Graphic 1">
            <a:extLst>
              <a:ext uri="{FF2B5EF4-FFF2-40B4-BE49-F238E27FC236}">
                <a16:creationId xmlns:a16="http://schemas.microsoft.com/office/drawing/2014/main" id="{09E68CB1-1716-1C3B-C8EE-0F29FB8781D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3800" y="146546"/>
            <a:ext cx="611589" cy="678402"/>
          </a:xfrm>
          <a:prstGeom prst="rect">
            <a:avLst/>
          </a:prstGeom>
        </p:spPr>
      </p:pic>
    </p:spTree>
    <p:extLst>
      <p:ext uri="{BB962C8B-B14F-4D97-AF65-F5344CB8AC3E}">
        <p14:creationId xmlns:p14="http://schemas.microsoft.com/office/powerpoint/2010/main" val="120347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Hart Comparison">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65125"/>
            <a:ext cx="10074965" cy="1048039"/>
          </a:xfrm>
        </p:spPr>
        <p:txBody>
          <a:bodyPr/>
          <a:lstStyle>
            <a:lvl1pPr>
              <a:defRPr sz="3500">
                <a:solidFill>
                  <a:srgbClr val="EF6E23"/>
                </a:solidFill>
              </a:defRPr>
            </a:lvl1pPr>
          </a:lstStyle>
          <a:p>
            <a:r>
              <a:rPr lang="en-US" dirty="0"/>
              <a:t>Section Title Set </a:t>
            </a:r>
            <a:br>
              <a:rPr lang="en-US" dirty="0"/>
            </a:br>
            <a:r>
              <a:rPr lang="en-US" dirty="0"/>
              <a:t>Across 1 or 2 Lines </a:t>
            </a:r>
          </a:p>
        </p:txBody>
      </p:sp>
      <p:sp>
        <p:nvSpPr>
          <p:cNvPr id="5" name="Chart Placeholder 4">
            <a:extLst>
              <a:ext uri="{FF2B5EF4-FFF2-40B4-BE49-F238E27FC236}">
                <a16:creationId xmlns:a16="http://schemas.microsoft.com/office/drawing/2014/main" id="{191246BB-657E-2169-E740-6377E9B77970}"/>
              </a:ext>
            </a:extLst>
          </p:cNvPr>
          <p:cNvSpPr>
            <a:spLocks noGrp="1"/>
          </p:cNvSpPr>
          <p:nvPr>
            <p:ph type="chart" sz="quarter" idx="20"/>
          </p:nvPr>
        </p:nvSpPr>
        <p:spPr>
          <a:xfrm>
            <a:off x="3844639" y="1662546"/>
            <a:ext cx="2632366" cy="2189017"/>
          </a:xfrm>
        </p:spPr>
        <p:txBody>
          <a:bodyPr/>
          <a:lstStyle/>
          <a:p>
            <a:endParaRPr lang="en-US"/>
          </a:p>
        </p:txBody>
      </p:sp>
      <p:sp>
        <p:nvSpPr>
          <p:cNvPr id="6" name="Text Placeholder 8">
            <a:extLst>
              <a:ext uri="{FF2B5EF4-FFF2-40B4-BE49-F238E27FC236}">
                <a16:creationId xmlns:a16="http://schemas.microsoft.com/office/drawing/2014/main" id="{8053164A-B195-0C8C-D622-03D46292A43B}"/>
              </a:ext>
            </a:extLst>
          </p:cNvPr>
          <p:cNvSpPr>
            <a:spLocks noGrp="1"/>
          </p:cNvSpPr>
          <p:nvPr>
            <p:ph type="body" sz="quarter" idx="21" hasCustomPrompt="1"/>
          </p:nvPr>
        </p:nvSpPr>
        <p:spPr>
          <a:xfrm>
            <a:off x="7024260" y="1662546"/>
            <a:ext cx="3969321" cy="4668402"/>
          </a:xfrm>
        </p:spPr>
        <p:txBody>
          <a:bodyPr/>
          <a:lstStyle>
            <a:lvl1pPr>
              <a:buNone/>
              <a:defRPr sz="1400"/>
            </a:lvl1pPr>
          </a:lstStyle>
          <a:p>
            <a:pPr lvl="0"/>
            <a:r>
              <a:rPr lang="en-US" dirty="0"/>
              <a:t> Lorem Ipsum…</a:t>
            </a:r>
          </a:p>
        </p:txBody>
      </p:sp>
      <p:sp>
        <p:nvSpPr>
          <p:cNvPr id="2" name="Chart Placeholder 4">
            <a:extLst>
              <a:ext uri="{FF2B5EF4-FFF2-40B4-BE49-F238E27FC236}">
                <a16:creationId xmlns:a16="http://schemas.microsoft.com/office/drawing/2014/main" id="{631A6489-1FE2-B3DA-7DAE-71CCD99A9ADA}"/>
              </a:ext>
            </a:extLst>
          </p:cNvPr>
          <p:cNvSpPr>
            <a:spLocks noGrp="1"/>
          </p:cNvSpPr>
          <p:nvPr>
            <p:ph type="chart" sz="quarter" idx="23"/>
          </p:nvPr>
        </p:nvSpPr>
        <p:spPr>
          <a:xfrm>
            <a:off x="3844638" y="4141931"/>
            <a:ext cx="2632366" cy="2189017"/>
          </a:xfrm>
        </p:spPr>
        <p:txBody>
          <a:bodyPr/>
          <a:lstStyle/>
          <a:p>
            <a:endParaRPr lang="en-US"/>
          </a:p>
        </p:txBody>
      </p:sp>
      <p:sp>
        <p:nvSpPr>
          <p:cNvPr id="8" name="Chart Placeholder 4">
            <a:extLst>
              <a:ext uri="{FF2B5EF4-FFF2-40B4-BE49-F238E27FC236}">
                <a16:creationId xmlns:a16="http://schemas.microsoft.com/office/drawing/2014/main" id="{E7ABAF1C-0438-D98D-9440-FC1477D6E6CC}"/>
              </a:ext>
            </a:extLst>
          </p:cNvPr>
          <p:cNvSpPr>
            <a:spLocks noGrp="1"/>
          </p:cNvSpPr>
          <p:nvPr>
            <p:ph type="chart" sz="quarter" idx="24"/>
          </p:nvPr>
        </p:nvSpPr>
        <p:spPr>
          <a:xfrm>
            <a:off x="838201" y="1662546"/>
            <a:ext cx="2632366" cy="2189017"/>
          </a:xfrm>
        </p:spPr>
        <p:txBody>
          <a:bodyPr/>
          <a:lstStyle/>
          <a:p>
            <a:endParaRPr lang="en-US"/>
          </a:p>
        </p:txBody>
      </p:sp>
      <p:sp>
        <p:nvSpPr>
          <p:cNvPr id="10" name="Chart Placeholder 4">
            <a:extLst>
              <a:ext uri="{FF2B5EF4-FFF2-40B4-BE49-F238E27FC236}">
                <a16:creationId xmlns:a16="http://schemas.microsoft.com/office/drawing/2014/main" id="{8068CE39-112E-F1BE-F58E-B4102FB3DC5E}"/>
              </a:ext>
            </a:extLst>
          </p:cNvPr>
          <p:cNvSpPr>
            <a:spLocks noGrp="1"/>
          </p:cNvSpPr>
          <p:nvPr>
            <p:ph type="chart" sz="quarter" idx="25"/>
          </p:nvPr>
        </p:nvSpPr>
        <p:spPr>
          <a:xfrm>
            <a:off x="838200" y="4141931"/>
            <a:ext cx="2632366" cy="2189017"/>
          </a:xfrm>
        </p:spPr>
        <p:txBody>
          <a:bodyPr/>
          <a:lstStyle/>
          <a:p>
            <a:endParaRPr lang="en-US"/>
          </a:p>
        </p:txBody>
      </p:sp>
      <p:pic>
        <p:nvPicPr>
          <p:cNvPr id="3" name="Graphic 2">
            <a:extLst>
              <a:ext uri="{FF2B5EF4-FFF2-40B4-BE49-F238E27FC236}">
                <a16:creationId xmlns:a16="http://schemas.microsoft.com/office/drawing/2014/main" id="{5170E5AA-2473-251F-212B-C82C69F4D6B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3800" y="146546"/>
            <a:ext cx="611589" cy="678402"/>
          </a:xfrm>
          <a:prstGeom prst="rect">
            <a:avLst/>
          </a:prstGeom>
        </p:spPr>
      </p:pic>
    </p:spTree>
    <p:extLst>
      <p:ext uri="{BB962C8B-B14F-4D97-AF65-F5344CB8AC3E}">
        <p14:creationId xmlns:p14="http://schemas.microsoft.com/office/powerpoint/2010/main" val="30590193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Picture and Title 2">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15C9195-EC27-41E8-2AD5-8A52BC489693}"/>
              </a:ext>
            </a:extLst>
          </p:cNvPr>
          <p:cNvSpPr>
            <a:spLocks noGrp="1"/>
          </p:cNvSpPr>
          <p:nvPr>
            <p:ph type="dt" sz="half" idx="10"/>
          </p:nvPr>
        </p:nvSpPr>
        <p:spPr/>
        <p:txBody>
          <a:bodyPr/>
          <a:lstStyle>
            <a:lvl1pPr>
              <a:defRPr/>
            </a:lvl1pPr>
          </a:lstStyle>
          <a:p>
            <a:r>
              <a:rPr lang="en-US" dirty="0"/>
              <a:t>Presentation Title:</a:t>
            </a:r>
          </a:p>
        </p:txBody>
      </p:sp>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838200" y="365125"/>
            <a:ext cx="10422835" cy="1048039"/>
          </a:xfrm>
        </p:spPr>
        <p:txBody>
          <a:bodyPr/>
          <a:lstStyle>
            <a:lvl1pPr>
              <a:defRPr sz="3500">
                <a:solidFill>
                  <a:srgbClr val="EF6E23"/>
                </a:solidFill>
              </a:defRPr>
            </a:lvl1pPr>
          </a:lstStyle>
          <a:p>
            <a:r>
              <a:rPr lang="en-US" dirty="0"/>
              <a:t>Timeline</a:t>
            </a:r>
          </a:p>
        </p:txBody>
      </p:sp>
      <p:pic>
        <p:nvPicPr>
          <p:cNvPr id="18" name="Picture 17">
            <a:extLst>
              <a:ext uri="{FF2B5EF4-FFF2-40B4-BE49-F238E27FC236}">
                <a16:creationId xmlns:a16="http://schemas.microsoft.com/office/drawing/2014/main" id="{0AA7AA0F-D086-20AE-2442-36BF86E85B0F}"/>
              </a:ext>
            </a:extLst>
          </p:cNvPr>
          <p:cNvPicPr>
            <a:picLocks noChangeAspect="1"/>
          </p:cNvPicPr>
          <p:nvPr userDrawn="1"/>
        </p:nvPicPr>
        <p:blipFill>
          <a:blip r:embed="rId2">
            <a:extLst>
              <a:ext uri="{28A0092B-C50C-407E-A947-70E740481C1C}">
                <a14:useLocalDpi xmlns:a14="http://schemas.microsoft.com/office/drawing/2010/main" val="0"/>
              </a:ext>
            </a:extLst>
          </a:blip>
          <a:srcRect l="19313" t="20606" r="19313" b="16768"/>
          <a:stretch>
            <a:fillRect/>
          </a:stretch>
        </p:blipFill>
        <p:spPr>
          <a:xfrm>
            <a:off x="655438" y="1982121"/>
            <a:ext cx="995908" cy="1016234"/>
          </a:xfrm>
          <a:prstGeom prst="rect">
            <a:avLst/>
          </a:prstGeom>
        </p:spPr>
      </p:pic>
      <p:pic>
        <p:nvPicPr>
          <p:cNvPr id="19" name="Picture 18">
            <a:extLst>
              <a:ext uri="{FF2B5EF4-FFF2-40B4-BE49-F238E27FC236}">
                <a16:creationId xmlns:a16="http://schemas.microsoft.com/office/drawing/2014/main" id="{EB7FAD1E-E8CE-263C-CF8F-8F01D628DE86}"/>
              </a:ext>
            </a:extLst>
          </p:cNvPr>
          <p:cNvPicPr>
            <a:picLocks noChangeAspect="1"/>
          </p:cNvPicPr>
          <p:nvPr userDrawn="1"/>
        </p:nvPicPr>
        <p:blipFill>
          <a:blip r:embed="rId2">
            <a:extLst>
              <a:ext uri="{28A0092B-C50C-407E-A947-70E740481C1C}">
                <a14:useLocalDpi xmlns:a14="http://schemas.microsoft.com/office/drawing/2010/main" val="0"/>
              </a:ext>
            </a:extLst>
          </a:blip>
          <a:srcRect l="19313" t="20606" r="19313" b="16768"/>
          <a:stretch>
            <a:fillRect/>
          </a:stretch>
        </p:blipFill>
        <p:spPr>
          <a:xfrm>
            <a:off x="2637168" y="1982121"/>
            <a:ext cx="995908" cy="1016234"/>
          </a:xfrm>
          <a:prstGeom prst="rect">
            <a:avLst/>
          </a:prstGeom>
        </p:spPr>
      </p:pic>
      <p:pic>
        <p:nvPicPr>
          <p:cNvPr id="20" name="Picture 19">
            <a:extLst>
              <a:ext uri="{FF2B5EF4-FFF2-40B4-BE49-F238E27FC236}">
                <a16:creationId xmlns:a16="http://schemas.microsoft.com/office/drawing/2014/main" id="{4EEE27B3-1924-BA7A-C30F-A7C06E945271}"/>
              </a:ext>
            </a:extLst>
          </p:cNvPr>
          <p:cNvPicPr>
            <a:picLocks noChangeAspect="1"/>
          </p:cNvPicPr>
          <p:nvPr userDrawn="1"/>
        </p:nvPicPr>
        <p:blipFill>
          <a:blip r:embed="rId2">
            <a:extLst>
              <a:ext uri="{28A0092B-C50C-407E-A947-70E740481C1C}">
                <a14:useLocalDpi xmlns:a14="http://schemas.microsoft.com/office/drawing/2010/main" val="0"/>
              </a:ext>
            </a:extLst>
          </a:blip>
          <a:srcRect l="19313" t="20606" r="19313" b="16768"/>
          <a:stretch>
            <a:fillRect/>
          </a:stretch>
        </p:blipFill>
        <p:spPr>
          <a:xfrm>
            <a:off x="10564090" y="1982121"/>
            <a:ext cx="995908" cy="1016234"/>
          </a:xfrm>
          <a:prstGeom prst="rect">
            <a:avLst/>
          </a:prstGeom>
        </p:spPr>
      </p:pic>
      <p:pic>
        <p:nvPicPr>
          <p:cNvPr id="21" name="Picture 20">
            <a:extLst>
              <a:ext uri="{FF2B5EF4-FFF2-40B4-BE49-F238E27FC236}">
                <a16:creationId xmlns:a16="http://schemas.microsoft.com/office/drawing/2014/main" id="{F15C86E1-1985-FAC7-63B1-DEC079881825}"/>
              </a:ext>
            </a:extLst>
          </p:cNvPr>
          <p:cNvPicPr>
            <a:picLocks noChangeAspect="1"/>
          </p:cNvPicPr>
          <p:nvPr userDrawn="1"/>
        </p:nvPicPr>
        <p:blipFill>
          <a:blip r:embed="rId2">
            <a:extLst>
              <a:ext uri="{28A0092B-C50C-407E-A947-70E740481C1C}">
                <a14:useLocalDpi xmlns:a14="http://schemas.microsoft.com/office/drawing/2010/main" val="0"/>
              </a:ext>
            </a:extLst>
          </a:blip>
          <a:srcRect l="19313" t="20606" r="19313" b="16768"/>
          <a:stretch>
            <a:fillRect/>
          </a:stretch>
        </p:blipFill>
        <p:spPr>
          <a:xfrm>
            <a:off x="8582358" y="1969421"/>
            <a:ext cx="995908" cy="1016234"/>
          </a:xfrm>
          <a:prstGeom prst="rect">
            <a:avLst/>
          </a:prstGeom>
        </p:spPr>
      </p:pic>
      <p:pic>
        <p:nvPicPr>
          <p:cNvPr id="22" name="Picture 21">
            <a:extLst>
              <a:ext uri="{FF2B5EF4-FFF2-40B4-BE49-F238E27FC236}">
                <a16:creationId xmlns:a16="http://schemas.microsoft.com/office/drawing/2014/main" id="{E5DA1BCD-4BAB-391D-B5FE-ED8F6E5484EF}"/>
              </a:ext>
            </a:extLst>
          </p:cNvPr>
          <p:cNvPicPr>
            <a:picLocks noChangeAspect="1"/>
          </p:cNvPicPr>
          <p:nvPr userDrawn="1"/>
        </p:nvPicPr>
        <p:blipFill>
          <a:blip r:embed="rId2">
            <a:extLst>
              <a:ext uri="{28A0092B-C50C-407E-A947-70E740481C1C}">
                <a14:useLocalDpi xmlns:a14="http://schemas.microsoft.com/office/drawing/2010/main" val="0"/>
              </a:ext>
            </a:extLst>
          </a:blip>
          <a:srcRect l="19313" t="20606" r="19313" b="16768"/>
          <a:stretch>
            <a:fillRect/>
          </a:stretch>
        </p:blipFill>
        <p:spPr>
          <a:xfrm>
            <a:off x="6600628" y="1969421"/>
            <a:ext cx="995908" cy="1016234"/>
          </a:xfrm>
          <a:prstGeom prst="rect">
            <a:avLst/>
          </a:prstGeom>
        </p:spPr>
      </p:pic>
      <p:pic>
        <p:nvPicPr>
          <p:cNvPr id="23" name="Picture 22">
            <a:extLst>
              <a:ext uri="{FF2B5EF4-FFF2-40B4-BE49-F238E27FC236}">
                <a16:creationId xmlns:a16="http://schemas.microsoft.com/office/drawing/2014/main" id="{58685AFC-66E1-9F97-853A-536145755B45}"/>
              </a:ext>
            </a:extLst>
          </p:cNvPr>
          <p:cNvPicPr>
            <a:picLocks noChangeAspect="1"/>
          </p:cNvPicPr>
          <p:nvPr userDrawn="1"/>
        </p:nvPicPr>
        <p:blipFill>
          <a:blip r:embed="rId2">
            <a:extLst>
              <a:ext uri="{28A0092B-C50C-407E-A947-70E740481C1C}">
                <a14:useLocalDpi xmlns:a14="http://schemas.microsoft.com/office/drawing/2010/main" val="0"/>
              </a:ext>
            </a:extLst>
          </a:blip>
          <a:srcRect l="19313" t="20606" r="19313" b="16768"/>
          <a:stretch>
            <a:fillRect/>
          </a:stretch>
        </p:blipFill>
        <p:spPr>
          <a:xfrm>
            <a:off x="4618898" y="1969421"/>
            <a:ext cx="995908" cy="1016234"/>
          </a:xfrm>
          <a:prstGeom prst="rect">
            <a:avLst/>
          </a:prstGeom>
        </p:spPr>
      </p:pic>
      <p:sp>
        <p:nvSpPr>
          <p:cNvPr id="10" name="Text Placeholder 9">
            <a:extLst>
              <a:ext uri="{FF2B5EF4-FFF2-40B4-BE49-F238E27FC236}">
                <a16:creationId xmlns:a16="http://schemas.microsoft.com/office/drawing/2014/main" id="{A2CEC815-E0FC-EE8D-D3A0-182142787FEC}"/>
              </a:ext>
            </a:extLst>
          </p:cNvPr>
          <p:cNvSpPr>
            <a:spLocks noGrp="1"/>
          </p:cNvSpPr>
          <p:nvPr>
            <p:ph type="body" sz="quarter" idx="14" hasCustomPrompt="1"/>
          </p:nvPr>
        </p:nvSpPr>
        <p:spPr>
          <a:xfrm>
            <a:off x="762001" y="2408044"/>
            <a:ext cx="782781" cy="365125"/>
          </a:xfrm>
        </p:spPr>
        <p:txBody>
          <a:bodyPr>
            <a:normAutofit/>
          </a:bodyPr>
          <a:lstStyle>
            <a:lvl1pPr algn="ctr">
              <a:buNone/>
              <a:defRPr sz="1400" b="1"/>
            </a:lvl1pPr>
          </a:lstStyle>
          <a:p>
            <a:pPr lvl="0"/>
            <a:r>
              <a:rPr lang="en-US" dirty="0"/>
              <a:t>JAN</a:t>
            </a:r>
          </a:p>
        </p:txBody>
      </p:sp>
      <p:sp>
        <p:nvSpPr>
          <p:cNvPr id="24" name="Text Placeholder 9">
            <a:extLst>
              <a:ext uri="{FF2B5EF4-FFF2-40B4-BE49-F238E27FC236}">
                <a16:creationId xmlns:a16="http://schemas.microsoft.com/office/drawing/2014/main" id="{7E7E180A-4276-9FC0-F8FF-CA837F13DDFB}"/>
              </a:ext>
            </a:extLst>
          </p:cNvPr>
          <p:cNvSpPr>
            <a:spLocks noGrp="1"/>
          </p:cNvSpPr>
          <p:nvPr>
            <p:ph type="body" sz="quarter" idx="20" hasCustomPrompt="1"/>
          </p:nvPr>
        </p:nvSpPr>
        <p:spPr>
          <a:xfrm>
            <a:off x="2741652" y="2408044"/>
            <a:ext cx="782781" cy="365125"/>
          </a:xfrm>
        </p:spPr>
        <p:txBody>
          <a:bodyPr>
            <a:normAutofit/>
          </a:bodyPr>
          <a:lstStyle>
            <a:lvl1pPr algn="ctr">
              <a:buNone/>
              <a:defRPr sz="1400" b="1"/>
            </a:lvl1pPr>
          </a:lstStyle>
          <a:p>
            <a:pPr lvl="0"/>
            <a:r>
              <a:rPr lang="en-US" dirty="0"/>
              <a:t>FEB</a:t>
            </a:r>
          </a:p>
        </p:txBody>
      </p:sp>
      <p:sp>
        <p:nvSpPr>
          <p:cNvPr id="25" name="Text Placeholder 9">
            <a:extLst>
              <a:ext uri="{FF2B5EF4-FFF2-40B4-BE49-F238E27FC236}">
                <a16:creationId xmlns:a16="http://schemas.microsoft.com/office/drawing/2014/main" id="{51247137-4420-1CC0-6336-E874085FA227}"/>
              </a:ext>
            </a:extLst>
          </p:cNvPr>
          <p:cNvSpPr>
            <a:spLocks noGrp="1"/>
          </p:cNvSpPr>
          <p:nvPr>
            <p:ph type="body" sz="quarter" idx="21" hasCustomPrompt="1"/>
          </p:nvPr>
        </p:nvSpPr>
        <p:spPr>
          <a:xfrm>
            <a:off x="4725461" y="2408044"/>
            <a:ext cx="782781" cy="365125"/>
          </a:xfrm>
        </p:spPr>
        <p:txBody>
          <a:bodyPr>
            <a:normAutofit/>
          </a:bodyPr>
          <a:lstStyle>
            <a:lvl1pPr algn="ctr">
              <a:buNone/>
              <a:defRPr sz="1400" b="1"/>
            </a:lvl1pPr>
          </a:lstStyle>
          <a:p>
            <a:pPr lvl="0"/>
            <a:r>
              <a:rPr lang="en-US" dirty="0"/>
              <a:t>MAR</a:t>
            </a:r>
          </a:p>
        </p:txBody>
      </p:sp>
      <p:sp>
        <p:nvSpPr>
          <p:cNvPr id="26" name="Text Placeholder 9">
            <a:extLst>
              <a:ext uri="{FF2B5EF4-FFF2-40B4-BE49-F238E27FC236}">
                <a16:creationId xmlns:a16="http://schemas.microsoft.com/office/drawing/2014/main" id="{F21BB91C-6FBF-B315-1B67-B16F835589C2}"/>
              </a:ext>
            </a:extLst>
          </p:cNvPr>
          <p:cNvSpPr>
            <a:spLocks noGrp="1"/>
          </p:cNvSpPr>
          <p:nvPr>
            <p:ph type="body" sz="quarter" idx="22" hasCustomPrompt="1"/>
          </p:nvPr>
        </p:nvSpPr>
        <p:spPr>
          <a:xfrm>
            <a:off x="6707188" y="2433106"/>
            <a:ext cx="782781" cy="365125"/>
          </a:xfrm>
        </p:spPr>
        <p:txBody>
          <a:bodyPr>
            <a:normAutofit/>
          </a:bodyPr>
          <a:lstStyle>
            <a:lvl1pPr algn="ctr">
              <a:buNone/>
              <a:defRPr sz="1400" b="1"/>
            </a:lvl1pPr>
          </a:lstStyle>
          <a:p>
            <a:pPr lvl="0"/>
            <a:r>
              <a:rPr lang="en-US" dirty="0"/>
              <a:t>APR</a:t>
            </a:r>
          </a:p>
        </p:txBody>
      </p:sp>
      <p:sp>
        <p:nvSpPr>
          <p:cNvPr id="27" name="Text Placeholder 9">
            <a:extLst>
              <a:ext uri="{FF2B5EF4-FFF2-40B4-BE49-F238E27FC236}">
                <a16:creationId xmlns:a16="http://schemas.microsoft.com/office/drawing/2014/main" id="{8B3975AA-2333-D2E0-A2EA-7551CEC531F3}"/>
              </a:ext>
            </a:extLst>
          </p:cNvPr>
          <p:cNvSpPr>
            <a:spLocks noGrp="1"/>
          </p:cNvSpPr>
          <p:nvPr>
            <p:ph type="body" sz="quarter" idx="23" hasCustomPrompt="1"/>
          </p:nvPr>
        </p:nvSpPr>
        <p:spPr>
          <a:xfrm>
            <a:off x="8688923" y="2433106"/>
            <a:ext cx="782781" cy="365125"/>
          </a:xfrm>
        </p:spPr>
        <p:txBody>
          <a:bodyPr>
            <a:normAutofit/>
          </a:bodyPr>
          <a:lstStyle>
            <a:lvl1pPr algn="ctr">
              <a:buNone/>
              <a:defRPr sz="1400" b="1"/>
            </a:lvl1pPr>
          </a:lstStyle>
          <a:p>
            <a:pPr lvl="0"/>
            <a:r>
              <a:rPr lang="en-US" dirty="0"/>
              <a:t>MAY</a:t>
            </a:r>
          </a:p>
        </p:txBody>
      </p:sp>
      <p:sp>
        <p:nvSpPr>
          <p:cNvPr id="28" name="Text Placeholder 9">
            <a:extLst>
              <a:ext uri="{FF2B5EF4-FFF2-40B4-BE49-F238E27FC236}">
                <a16:creationId xmlns:a16="http://schemas.microsoft.com/office/drawing/2014/main" id="{2ECD0D1A-5F29-4FDD-6B7A-2460263AB742}"/>
              </a:ext>
            </a:extLst>
          </p:cNvPr>
          <p:cNvSpPr>
            <a:spLocks noGrp="1"/>
          </p:cNvSpPr>
          <p:nvPr>
            <p:ph type="body" sz="quarter" idx="24" hasCustomPrompt="1"/>
          </p:nvPr>
        </p:nvSpPr>
        <p:spPr>
          <a:xfrm>
            <a:off x="10670646" y="2433106"/>
            <a:ext cx="782781" cy="365125"/>
          </a:xfrm>
        </p:spPr>
        <p:txBody>
          <a:bodyPr>
            <a:normAutofit/>
          </a:bodyPr>
          <a:lstStyle>
            <a:lvl1pPr algn="ctr">
              <a:buNone/>
              <a:defRPr sz="1400" b="1"/>
            </a:lvl1pPr>
          </a:lstStyle>
          <a:p>
            <a:pPr lvl="0"/>
            <a:r>
              <a:rPr lang="en-US" dirty="0"/>
              <a:t>JUN</a:t>
            </a:r>
          </a:p>
        </p:txBody>
      </p:sp>
      <p:sp>
        <p:nvSpPr>
          <p:cNvPr id="30" name="Text Placeholder 9">
            <a:extLst>
              <a:ext uri="{FF2B5EF4-FFF2-40B4-BE49-F238E27FC236}">
                <a16:creationId xmlns:a16="http://schemas.microsoft.com/office/drawing/2014/main" id="{A60822B0-F9B4-DAAF-86AD-CAA374155196}"/>
              </a:ext>
            </a:extLst>
          </p:cNvPr>
          <p:cNvSpPr>
            <a:spLocks noGrp="1"/>
          </p:cNvSpPr>
          <p:nvPr>
            <p:ph type="body" sz="quarter" idx="25" hasCustomPrompt="1"/>
          </p:nvPr>
        </p:nvSpPr>
        <p:spPr>
          <a:xfrm>
            <a:off x="284019" y="3297381"/>
            <a:ext cx="1738747" cy="2646221"/>
          </a:xfrm>
          <a:solidFill>
            <a:schemeClr val="bg1">
              <a:lumMod val="95000"/>
            </a:schemeClr>
          </a:solidFill>
        </p:spPr>
        <p:txBody>
          <a:bodyPr>
            <a:normAutofit/>
          </a:bodyPr>
          <a:lstStyle>
            <a:lvl1pPr algn="ctr">
              <a:buNone/>
              <a:defRPr sz="1400" b="1"/>
            </a:lvl1pPr>
          </a:lstStyle>
          <a:p>
            <a:pPr lvl="0"/>
            <a:r>
              <a:rPr lang="en-US" dirty="0"/>
              <a:t>Loren Ipsum</a:t>
            </a:r>
          </a:p>
        </p:txBody>
      </p:sp>
      <p:sp>
        <p:nvSpPr>
          <p:cNvPr id="31" name="Text Placeholder 9">
            <a:extLst>
              <a:ext uri="{FF2B5EF4-FFF2-40B4-BE49-F238E27FC236}">
                <a16:creationId xmlns:a16="http://schemas.microsoft.com/office/drawing/2014/main" id="{8A34CB35-5808-0270-5FB2-A89DD2081755}"/>
              </a:ext>
            </a:extLst>
          </p:cNvPr>
          <p:cNvSpPr>
            <a:spLocks noGrp="1"/>
          </p:cNvSpPr>
          <p:nvPr>
            <p:ph type="body" sz="quarter" idx="26" hasCustomPrompt="1"/>
          </p:nvPr>
        </p:nvSpPr>
        <p:spPr>
          <a:xfrm>
            <a:off x="2265748" y="3297380"/>
            <a:ext cx="1738747" cy="2646221"/>
          </a:xfrm>
          <a:solidFill>
            <a:schemeClr val="bg1">
              <a:lumMod val="85000"/>
            </a:schemeClr>
          </a:solidFill>
        </p:spPr>
        <p:txBody>
          <a:bodyPr>
            <a:normAutofit/>
          </a:bodyPr>
          <a:lstStyle>
            <a:lvl1pPr algn="ctr">
              <a:buNone/>
              <a:defRPr sz="1400" b="1"/>
            </a:lvl1pPr>
          </a:lstStyle>
          <a:p>
            <a:pPr lvl="0"/>
            <a:r>
              <a:rPr lang="en-US" dirty="0"/>
              <a:t>Loren Ipsum</a:t>
            </a:r>
          </a:p>
        </p:txBody>
      </p:sp>
      <p:sp>
        <p:nvSpPr>
          <p:cNvPr id="32" name="Text Placeholder 9">
            <a:extLst>
              <a:ext uri="{FF2B5EF4-FFF2-40B4-BE49-F238E27FC236}">
                <a16:creationId xmlns:a16="http://schemas.microsoft.com/office/drawing/2014/main" id="{FFDF2EDD-4F2B-2A84-8F92-8699B0E6DFEB}"/>
              </a:ext>
            </a:extLst>
          </p:cNvPr>
          <p:cNvSpPr>
            <a:spLocks noGrp="1"/>
          </p:cNvSpPr>
          <p:nvPr>
            <p:ph type="body" sz="quarter" idx="27" hasCustomPrompt="1"/>
          </p:nvPr>
        </p:nvSpPr>
        <p:spPr>
          <a:xfrm>
            <a:off x="4247477" y="3297380"/>
            <a:ext cx="1738747" cy="2646221"/>
          </a:xfrm>
          <a:solidFill>
            <a:schemeClr val="bg1">
              <a:lumMod val="75000"/>
            </a:schemeClr>
          </a:solidFill>
        </p:spPr>
        <p:txBody>
          <a:bodyPr>
            <a:normAutofit/>
          </a:bodyPr>
          <a:lstStyle>
            <a:lvl1pPr algn="ctr">
              <a:buNone/>
              <a:defRPr sz="1400" b="1"/>
            </a:lvl1pPr>
          </a:lstStyle>
          <a:p>
            <a:pPr lvl="0"/>
            <a:r>
              <a:rPr lang="en-US" dirty="0"/>
              <a:t>Loren Ipsum</a:t>
            </a:r>
          </a:p>
        </p:txBody>
      </p:sp>
      <p:sp>
        <p:nvSpPr>
          <p:cNvPr id="33" name="Text Placeholder 9">
            <a:extLst>
              <a:ext uri="{FF2B5EF4-FFF2-40B4-BE49-F238E27FC236}">
                <a16:creationId xmlns:a16="http://schemas.microsoft.com/office/drawing/2014/main" id="{40F38DA7-A69B-7C81-BCE6-62CFDAA0F48A}"/>
              </a:ext>
            </a:extLst>
          </p:cNvPr>
          <p:cNvSpPr>
            <a:spLocks noGrp="1"/>
          </p:cNvSpPr>
          <p:nvPr>
            <p:ph type="body" sz="quarter" idx="28" hasCustomPrompt="1"/>
          </p:nvPr>
        </p:nvSpPr>
        <p:spPr>
          <a:xfrm>
            <a:off x="6229206" y="3297379"/>
            <a:ext cx="1738747" cy="2646221"/>
          </a:xfrm>
          <a:solidFill>
            <a:schemeClr val="bg1">
              <a:lumMod val="65000"/>
            </a:schemeClr>
          </a:solidFill>
        </p:spPr>
        <p:txBody>
          <a:bodyPr>
            <a:normAutofit/>
          </a:bodyPr>
          <a:lstStyle>
            <a:lvl1pPr algn="ctr">
              <a:buNone/>
              <a:defRPr sz="1400" b="1"/>
            </a:lvl1pPr>
          </a:lstStyle>
          <a:p>
            <a:pPr lvl="0"/>
            <a:r>
              <a:rPr lang="en-US" dirty="0"/>
              <a:t>Loren Ipsum</a:t>
            </a:r>
          </a:p>
        </p:txBody>
      </p:sp>
      <p:sp>
        <p:nvSpPr>
          <p:cNvPr id="34" name="Text Placeholder 9">
            <a:extLst>
              <a:ext uri="{FF2B5EF4-FFF2-40B4-BE49-F238E27FC236}">
                <a16:creationId xmlns:a16="http://schemas.microsoft.com/office/drawing/2014/main" id="{FB2216F8-314E-0D62-39C9-FADE721D502E}"/>
              </a:ext>
            </a:extLst>
          </p:cNvPr>
          <p:cNvSpPr>
            <a:spLocks noGrp="1"/>
          </p:cNvSpPr>
          <p:nvPr>
            <p:ph type="body" sz="quarter" idx="29" hasCustomPrompt="1"/>
          </p:nvPr>
        </p:nvSpPr>
        <p:spPr>
          <a:xfrm>
            <a:off x="8210935" y="3297379"/>
            <a:ext cx="1738747" cy="2646221"/>
          </a:xfrm>
          <a:solidFill>
            <a:srgbClr val="999999"/>
          </a:solidFill>
        </p:spPr>
        <p:txBody>
          <a:bodyPr>
            <a:normAutofit/>
          </a:bodyPr>
          <a:lstStyle>
            <a:lvl1pPr algn="ctr">
              <a:buNone/>
              <a:defRPr sz="1400" b="1"/>
            </a:lvl1pPr>
          </a:lstStyle>
          <a:p>
            <a:pPr lvl="0"/>
            <a:r>
              <a:rPr lang="en-US" dirty="0"/>
              <a:t>Loren Ipsum</a:t>
            </a:r>
          </a:p>
        </p:txBody>
      </p:sp>
      <p:sp>
        <p:nvSpPr>
          <p:cNvPr id="35" name="Text Placeholder 9">
            <a:extLst>
              <a:ext uri="{FF2B5EF4-FFF2-40B4-BE49-F238E27FC236}">
                <a16:creationId xmlns:a16="http://schemas.microsoft.com/office/drawing/2014/main" id="{26131DF7-13D8-9ADE-B206-1FF4E2B6D77F}"/>
              </a:ext>
            </a:extLst>
          </p:cNvPr>
          <p:cNvSpPr>
            <a:spLocks noGrp="1"/>
          </p:cNvSpPr>
          <p:nvPr>
            <p:ph type="body" sz="quarter" idx="30" hasCustomPrompt="1"/>
          </p:nvPr>
        </p:nvSpPr>
        <p:spPr>
          <a:xfrm>
            <a:off x="10192664" y="3297379"/>
            <a:ext cx="1738747" cy="2646221"/>
          </a:xfrm>
          <a:solidFill>
            <a:schemeClr val="bg1">
              <a:lumMod val="50000"/>
            </a:schemeClr>
          </a:solidFill>
        </p:spPr>
        <p:txBody>
          <a:bodyPr>
            <a:normAutofit/>
          </a:bodyPr>
          <a:lstStyle>
            <a:lvl1pPr algn="ctr">
              <a:buNone/>
              <a:defRPr sz="1400" b="1"/>
            </a:lvl1pPr>
          </a:lstStyle>
          <a:p>
            <a:pPr lvl="0"/>
            <a:r>
              <a:rPr lang="en-US" dirty="0"/>
              <a:t>Loren Ipsum</a:t>
            </a:r>
          </a:p>
        </p:txBody>
      </p:sp>
      <p:pic>
        <p:nvPicPr>
          <p:cNvPr id="2" name="Graphic 1">
            <a:extLst>
              <a:ext uri="{FF2B5EF4-FFF2-40B4-BE49-F238E27FC236}">
                <a16:creationId xmlns:a16="http://schemas.microsoft.com/office/drawing/2014/main" id="{42F98E25-220A-BB21-5D34-320893C5CCE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53800" y="146546"/>
            <a:ext cx="611589" cy="678402"/>
          </a:xfrm>
          <a:prstGeom prst="rect">
            <a:avLst/>
          </a:prstGeom>
        </p:spPr>
      </p:pic>
    </p:spTree>
    <p:extLst>
      <p:ext uri="{BB962C8B-B14F-4D97-AF65-F5344CB8AC3E}">
        <p14:creationId xmlns:p14="http://schemas.microsoft.com/office/powerpoint/2010/main" val="9828508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15C9195-EC27-41E8-2AD5-8A52BC489693}"/>
              </a:ext>
            </a:extLst>
          </p:cNvPr>
          <p:cNvSpPr>
            <a:spLocks noGrp="1"/>
          </p:cNvSpPr>
          <p:nvPr>
            <p:ph type="dt" sz="half" idx="10"/>
          </p:nvPr>
        </p:nvSpPr>
        <p:spPr/>
        <p:txBody>
          <a:bodyPr/>
          <a:lstStyle>
            <a:lvl1pPr>
              <a:defRPr>
                <a:solidFill>
                  <a:schemeClr val="bg1"/>
                </a:solidFill>
              </a:defRPr>
            </a:lvl1pPr>
          </a:lstStyle>
          <a:p>
            <a:r>
              <a:rPr lang="en-US" dirty="0"/>
              <a:t>Presentation Title:</a:t>
            </a:r>
          </a:p>
        </p:txBody>
      </p:sp>
      <p:sp>
        <p:nvSpPr>
          <p:cNvPr id="7" name="Title 1">
            <a:extLst>
              <a:ext uri="{FF2B5EF4-FFF2-40B4-BE49-F238E27FC236}">
                <a16:creationId xmlns:a16="http://schemas.microsoft.com/office/drawing/2014/main" id="{3D9CFD89-6831-5B5A-9190-A3F794195F04}"/>
              </a:ext>
            </a:extLst>
          </p:cNvPr>
          <p:cNvSpPr>
            <a:spLocks noGrp="1"/>
          </p:cNvSpPr>
          <p:nvPr>
            <p:ph type="title" hasCustomPrompt="1"/>
          </p:nvPr>
        </p:nvSpPr>
        <p:spPr>
          <a:xfrm>
            <a:off x="974064" y="2654156"/>
            <a:ext cx="10515600" cy="1048039"/>
          </a:xfrm>
        </p:spPr>
        <p:txBody>
          <a:bodyPr/>
          <a:lstStyle>
            <a:lvl1pPr algn="ctr">
              <a:defRPr sz="3500" b="0">
                <a:solidFill>
                  <a:schemeClr val="tx1"/>
                </a:solidFill>
              </a:defRPr>
            </a:lvl1pPr>
          </a:lstStyle>
          <a:p>
            <a:r>
              <a:rPr lang="en-US" dirty="0"/>
              <a:t>The End </a:t>
            </a:r>
          </a:p>
        </p:txBody>
      </p:sp>
      <p:grpSp>
        <p:nvGrpSpPr>
          <p:cNvPr id="2" name="object 2">
            <a:extLst>
              <a:ext uri="{FF2B5EF4-FFF2-40B4-BE49-F238E27FC236}">
                <a16:creationId xmlns:a16="http://schemas.microsoft.com/office/drawing/2014/main" id="{05D504B1-37FB-DA14-40BC-EA000971133A}"/>
              </a:ext>
            </a:extLst>
          </p:cNvPr>
          <p:cNvGrpSpPr/>
          <p:nvPr userDrawn="1"/>
        </p:nvGrpSpPr>
        <p:grpSpPr>
          <a:xfrm>
            <a:off x="428" y="1397303"/>
            <a:ext cx="5502958" cy="5460216"/>
            <a:chOff x="0" y="2304256"/>
            <a:chExt cx="9074785" cy="9004300"/>
          </a:xfrm>
        </p:grpSpPr>
        <p:sp>
          <p:nvSpPr>
            <p:cNvPr id="3" name="object 3">
              <a:extLst>
                <a:ext uri="{FF2B5EF4-FFF2-40B4-BE49-F238E27FC236}">
                  <a16:creationId xmlns:a16="http://schemas.microsoft.com/office/drawing/2014/main" id="{BD12E8B8-07D9-F834-7546-A7CB8D9E44DA}"/>
                </a:ext>
              </a:extLst>
            </p:cNvPr>
            <p:cNvSpPr/>
            <p:nvPr/>
          </p:nvSpPr>
          <p:spPr>
            <a:xfrm>
              <a:off x="0" y="2304256"/>
              <a:ext cx="9074785" cy="9004300"/>
            </a:xfrm>
            <a:custGeom>
              <a:avLst/>
              <a:gdLst/>
              <a:ahLst/>
              <a:cxnLst/>
              <a:rect l="l" t="t" r="r" b="b"/>
              <a:pathLst>
                <a:path w="9074785" h="9004300">
                  <a:moveTo>
                    <a:pt x="0" y="7353300"/>
                  </a:moveTo>
                  <a:lnTo>
                    <a:pt x="0" y="9004300"/>
                  </a:lnTo>
                  <a:lnTo>
                    <a:pt x="1161840" y="9004300"/>
                  </a:lnTo>
                  <a:lnTo>
                    <a:pt x="1061200" y="8864600"/>
                  </a:lnTo>
                  <a:lnTo>
                    <a:pt x="0" y="7353300"/>
                  </a:lnTo>
                  <a:close/>
                </a:path>
                <a:path w="9074785" h="9004300">
                  <a:moveTo>
                    <a:pt x="8473665" y="5156200"/>
                  </a:moveTo>
                  <a:lnTo>
                    <a:pt x="5228721" y="5156200"/>
                  </a:lnTo>
                  <a:lnTo>
                    <a:pt x="5276516" y="5168900"/>
                  </a:lnTo>
                  <a:lnTo>
                    <a:pt x="5373785" y="5168900"/>
                  </a:lnTo>
                  <a:lnTo>
                    <a:pt x="5469925" y="5194300"/>
                  </a:lnTo>
                  <a:lnTo>
                    <a:pt x="5517511" y="5194300"/>
                  </a:lnTo>
                  <a:lnTo>
                    <a:pt x="5704072" y="5245100"/>
                  </a:lnTo>
                  <a:lnTo>
                    <a:pt x="5749646" y="5270500"/>
                  </a:lnTo>
                  <a:lnTo>
                    <a:pt x="5839345" y="5295900"/>
                  </a:lnTo>
                  <a:lnTo>
                    <a:pt x="5926952" y="5346700"/>
                  </a:lnTo>
                  <a:lnTo>
                    <a:pt x="5969910" y="5359400"/>
                  </a:lnTo>
                  <a:lnTo>
                    <a:pt x="6012274" y="5384800"/>
                  </a:lnTo>
                  <a:lnTo>
                    <a:pt x="6095119" y="5435600"/>
                  </a:lnTo>
                  <a:lnTo>
                    <a:pt x="6135552" y="5461000"/>
                  </a:lnTo>
                  <a:lnTo>
                    <a:pt x="6175294" y="5486400"/>
                  </a:lnTo>
                  <a:lnTo>
                    <a:pt x="6214321" y="5524500"/>
                  </a:lnTo>
                  <a:lnTo>
                    <a:pt x="6252607" y="5549900"/>
                  </a:lnTo>
                  <a:lnTo>
                    <a:pt x="6290130" y="5575300"/>
                  </a:lnTo>
                  <a:lnTo>
                    <a:pt x="6326865" y="5613400"/>
                  </a:lnTo>
                  <a:lnTo>
                    <a:pt x="6362788" y="5651500"/>
                  </a:lnTo>
                  <a:lnTo>
                    <a:pt x="6397875" y="5676900"/>
                  </a:lnTo>
                  <a:lnTo>
                    <a:pt x="6432102" y="5715000"/>
                  </a:lnTo>
                  <a:lnTo>
                    <a:pt x="6465445" y="5753100"/>
                  </a:lnTo>
                  <a:lnTo>
                    <a:pt x="6497880" y="5791200"/>
                  </a:lnTo>
                  <a:lnTo>
                    <a:pt x="6529382" y="5829300"/>
                  </a:lnTo>
                  <a:lnTo>
                    <a:pt x="6559928" y="5867400"/>
                  </a:lnTo>
                  <a:lnTo>
                    <a:pt x="6589493" y="5905500"/>
                  </a:lnTo>
                  <a:lnTo>
                    <a:pt x="6618054" y="5943600"/>
                  </a:lnTo>
                  <a:lnTo>
                    <a:pt x="6645586" y="5981700"/>
                  </a:lnTo>
                  <a:lnTo>
                    <a:pt x="6672065" y="6032500"/>
                  </a:lnTo>
                  <a:lnTo>
                    <a:pt x="6695580" y="6070600"/>
                  </a:lnTo>
                  <a:lnTo>
                    <a:pt x="6717847" y="6108700"/>
                  </a:lnTo>
                  <a:lnTo>
                    <a:pt x="6738873" y="6146800"/>
                  </a:lnTo>
                  <a:lnTo>
                    <a:pt x="6758662" y="6197600"/>
                  </a:lnTo>
                  <a:lnTo>
                    <a:pt x="6777221" y="6235700"/>
                  </a:lnTo>
                  <a:lnTo>
                    <a:pt x="6794554" y="6273800"/>
                  </a:lnTo>
                  <a:lnTo>
                    <a:pt x="6810666" y="6324600"/>
                  </a:lnTo>
                  <a:lnTo>
                    <a:pt x="6825564" y="6362700"/>
                  </a:lnTo>
                  <a:lnTo>
                    <a:pt x="6839252" y="6413500"/>
                  </a:lnTo>
                  <a:lnTo>
                    <a:pt x="6851736" y="6451600"/>
                  </a:lnTo>
                  <a:lnTo>
                    <a:pt x="6863020" y="6502400"/>
                  </a:lnTo>
                  <a:lnTo>
                    <a:pt x="6873111" y="6540500"/>
                  </a:lnTo>
                  <a:lnTo>
                    <a:pt x="6882013" y="6591300"/>
                  </a:lnTo>
                  <a:lnTo>
                    <a:pt x="6889733" y="6629400"/>
                  </a:lnTo>
                  <a:lnTo>
                    <a:pt x="6896274" y="6680200"/>
                  </a:lnTo>
                  <a:lnTo>
                    <a:pt x="6901643" y="6718300"/>
                  </a:lnTo>
                  <a:lnTo>
                    <a:pt x="6905844" y="6769100"/>
                  </a:lnTo>
                  <a:lnTo>
                    <a:pt x="6908884" y="6807200"/>
                  </a:lnTo>
                  <a:lnTo>
                    <a:pt x="6910767" y="6858000"/>
                  </a:lnTo>
                  <a:lnTo>
                    <a:pt x="6911498" y="6896100"/>
                  </a:lnTo>
                  <a:lnTo>
                    <a:pt x="6911084" y="6946900"/>
                  </a:lnTo>
                  <a:lnTo>
                    <a:pt x="6909529" y="6985000"/>
                  </a:lnTo>
                  <a:lnTo>
                    <a:pt x="6906838" y="7035800"/>
                  </a:lnTo>
                  <a:lnTo>
                    <a:pt x="6903017" y="7086600"/>
                  </a:lnTo>
                  <a:lnTo>
                    <a:pt x="6898072" y="7124700"/>
                  </a:lnTo>
                  <a:lnTo>
                    <a:pt x="6892007" y="7175500"/>
                  </a:lnTo>
                  <a:lnTo>
                    <a:pt x="6884828" y="7213600"/>
                  </a:lnTo>
                  <a:lnTo>
                    <a:pt x="6876540" y="7264400"/>
                  </a:lnTo>
                  <a:lnTo>
                    <a:pt x="6867148" y="7302500"/>
                  </a:lnTo>
                  <a:lnTo>
                    <a:pt x="6856658" y="7353300"/>
                  </a:lnTo>
                  <a:lnTo>
                    <a:pt x="6845075" y="7391400"/>
                  </a:lnTo>
                  <a:lnTo>
                    <a:pt x="6832405" y="7442200"/>
                  </a:lnTo>
                  <a:lnTo>
                    <a:pt x="6818652" y="7480300"/>
                  </a:lnTo>
                  <a:lnTo>
                    <a:pt x="6803822" y="7531100"/>
                  </a:lnTo>
                  <a:lnTo>
                    <a:pt x="6787920" y="7569200"/>
                  </a:lnTo>
                  <a:lnTo>
                    <a:pt x="6770952" y="7607300"/>
                  </a:lnTo>
                  <a:lnTo>
                    <a:pt x="6752923" y="7658100"/>
                  </a:lnTo>
                  <a:lnTo>
                    <a:pt x="6733838" y="7696200"/>
                  </a:lnTo>
                  <a:lnTo>
                    <a:pt x="6713703" y="7734300"/>
                  </a:lnTo>
                  <a:lnTo>
                    <a:pt x="6692522" y="7772400"/>
                  </a:lnTo>
                  <a:lnTo>
                    <a:pt x="6670301" y="7823200"/>
                  </a:lnTo>
                  <a:lnTo>
                    <a:pt x="6647046" y="7861300"/>
                  </a:lnTo>
                  <a:lnTo>
                    <a:pt x="6622761" y="7899400"/>
                  </a:lnTo>
                  <a:lnTo>
                    <a:pt x="6597453" y="7937500"/>
                  </a:lnTo>
                  <a:lnTo>
                    <a:pt x="6571126" y="7975600"/>
                  </a:lnTo>
                  <a:lnTo>
                    <a:pt x="6543785" y="8013700"/>
                  </a:lnTo>
                  <a:lnTo>
                    <a:pt x="6515436" y="8051800"/>
                  </a:lnTo>
                  <a:lnTo>
                    <a:pt x="6486085" y="8089900"/>
                  </a:lnTo>
                  <a:lnTo>
                    <a:pt x="6455736" y="8128000"/>
                  </a:lnTo>
                  <a:lnTo>
                    <a:pt x="6424395" y="8166100"/>
                  </a:lnTo>
                  <a:lnTo>
                    <a:pt x="6392067" y="8204200"/>
                  </a:lnTo>
                  <a:lnTo>
                    <a:pt x="6358758" y="8229600"/>
                  </a:lnTo>
                  <a:lnTo>
                    <a:pt x="6324472" y="8267700"/>
                  </a:lnTo>
                  <a:lnTo>
                    <a:pt x="6289215" y="8293100"/>
                  </a:lnTo>
                  <a:lnTo>
                    <a:pt x="6252993" y="8331200"/>
                  </a:lnTo>
                  <a:lnTo>
                    <a:pt x="6215811" y="8369300"/>
                  </a:lnTo>
                  <a:lnTo>
                    <a:pt x="6177673" y="8394700"/>
                  </a:lnTo>
                  <a:lnTo>
                    <a:pt x="6138586" y="8420100"/>
                  </a:lnTo>
                  <a:lnTo>
                    <a:pt x="6098554" y="8458200"/>
                  </a:lnTo>
                  <a:lnTo>
                    <a:pt x="5305308" y="9004300"/>
                  </a:lnTo>
                  <a:lnTo>
                    <a:pt x="8650611" y="9004300"/>
                  </a:lnTo>
                  <a:lnTo>
                    <a:pt x="8678055" y="8953500"/>
                  </a:lnTo>
                  <a:lnTo>
                    <a:pt x="8697536" y="8915400"/>
                  </a:lnTo>
                  <a:lnTo>
                    <a:pt x="8716546" y="8877300"/>
                  </a:lnTo>
                  <a:lnTo>
                    <a:pt x="8735082" y="8826500"/>
                  </a:lnTo>
                  <a:lnTo>
                    <a:pt x="8753144" y="8788400"/>
                  </a:lnTo>
                  <a:lnTo>
                    <a:pt x="8770729" y="8750300"/>
                  </a:lnTo>
                  <a:lnTo>
                    <a:pt x="8787836" y="8699500"/>
                  </a:lnTo>
                  <a:lnTo>
                    <a:pt x="8804463" y="8661400"/>
                  </a:lnTo>
                  <a:lnTo>
                    <a:pt x="8820610" y="8623300"/>
                  </a:lnTo>
                  <a:lnTo>
                    <a:pt x="8836275" y="8572500"/>
                  </a:lnTo>
                  <a:lnTo>
                    <a:pt x="8851455" y="8534400"/>
                  </a:lnTo>
                  <a:lnTo>
                    <a:pt x="8866150" y="8496300"/>
                  </a:lnTo>
                  <a:lnTo>
                    <a:pt x="8880358" y="8445500"/>
                  </a:lnTo>
                  <a:lnTo>
                    <a:pt x="8894078" y="8407400"/>
                  </a:lnTo>
                  <a:lnTo>
                    <a:pt x="8907308" y="8356600"/>
                  </a:lnTo>
                  <a:lnTo>
                    <a:pt x="8920046" y="8318500"/>
                  </a:lnTo>
                  <a:lnTo>
                    <a:pt x="8932292" y="8280400"/>
                  </a:lnTo>
                  <a:lnTo>
                    <a:pt x="8944043" y="8229600"/>
                  </a:lnTo>
                  <a:lnTo>
                    <a:pt x="8955298" y="8191500"/>
                  </a:lnTo>
                  <a:lnTo>
                    <a:pt x="8966056" y="8140700"/>
                  </a:lnTo>
                  <a:lnTo>
                    <a:pt x="8976315" y="8102600"/>
                  </a:lnTo>
                  <a:lnTo>
                    <a:pt x="8986073" y="8051800"/>
                  </a:lnTo>
                  <a:lnTo>
                    <a:pt x="8995329" y="8013700"/>
                  </a:lnTo>
                  <a:lnTo>
                    <a:pt x="9004082" y="7962900"/>
                  </a:lnTo>
                  <a:lnTo>
                    <a:pt x="9012330" y="7924800"/>
                  </a:lnTo>
                  <a:lnTo>
                    <a:pt x="9020071" y="7874000"/>
                  </a:lnTo>
                  <a:lnTo>
                    <a:pt x="9027305" y="7835900"/>
                  </a:lnTo>
                  <a:lnTo>
                    <a:pt x="9034029" y="7785100"/>
                  </a:lnTo>
                  <a:lnTo>
                    <a:pt x="9040241" y="7747000"/>
                  </a:lnTo>
                  <a:lnTo>
                    <a:pt x="9045942" y="7696200"/>
                  </a:lnTo>
                  <a:lnTo>
                    <a:pt x="9051128" y="7645400"/>
                  </a:lnTo>
                  <a:lnTo>
                    <a:pt x="9055799" y="7607300"/>
                  </a:lnTo>
                  <a:lnTo>
                    <a:pt x="9059953" y="7556500"/>
                  </a:lnTo>
                  <a:lnTo>
                    <a:pt x="9063589" y="7518400"/>
                  </a:lnTo>
                  <a:lnTo>
                    <a:pt x="9066704" y="7467600"/>
                  </a:lnTo>
                  <a:lnTo>
                    <a:pt x="9069298" y="7429500"/>
                  </a:lnTo>
                  <a:lnTo>
                    <a:pt x="9072915" y="7340600"/>
                  </a:lnTo>
                  <a:lnTo>
                    <a:pt x="9073935" y="7289800"/>
                  </a:lnTo>
                  <a:lnTo>
                    <a:pt x="9074428" y="7239000"/>
                  </a:lnTo>
                  <a:lnTo>
                    <a:pt x="9074391" y="7200900"/>
                  </a:lnTo>
                  <a:lnTo>
                    <a:pt x="9073824" y="7150100"/>
                  </a:lnTo>
                  <a:lnTo>
                    <a:pt x="9072725" y="7112000"/>
                  </a:lnTo>
                  <a:lnTo>
                    <a:pt x="9071093" y="7061200"/>
                  </a:lnTo>
                  <a:lnTo>
                    <a:pt x="9068925" y="7010400"/>
                  </a:lnTo>
                  <a:lnTo>
                    <a:pt x="9066221" y="6972300"/>
                  </a:lnTo>
                  <a:lnTo>
                    <a:pt x="9062979" y="6921500"/>
                  </a:lnTo>
                  <a:lnTo>
                    <a:pt x="9059197" y="6883400"/>
                  </a:lnTo>
                  <a:lnTo>
                    <a:pt x="9054874" y="6832600"/>
                  </a:lnTo>
                  <a:lnTo>
                    <a:pt x="9050008" y="6794500"/>
                  </a:lnTo>
                  <a:lnTo>
                    <a:pt x="9044598" y="6743700"/>
                  </a:lnTo>
                  <a:lnTo>
                    <a:pt x="9038643" y="6692900"/>
                  </a:lnTo>
                  <a:lnTo>
                    <a:pt x="9032141" y="6654800"/>
                  </a:lnTo>
                  <a:lnTo>
                    <a:pt x="9025090" y="6604000"/>
                  </a:lnTo>
                  <a:lnTo>
                    <a:pt x="9017489" y="6565900"/>
                  </a:lnTo>
                  <a:lnTo>
                    <a:pt x="9009336" y="6515100"/>
                  </a:lnTo>
                  <a:lnTo>
                    <a:pt x="9000630" y="6477000"/>
                  </a:lnTo>
                  <a:lnTo>
                    <a:pt x="8991369" y="6426200"/>
                  </a:lnTo>
                  <a:lnTo>
                    <a:pt x="8981553" y="6375400"/>
                  </a:lnTo>
                  <a:lnTo>
                    <a:pt x="8971178" y="6337300"/>
                  </a:lnTo>
                  <a:lnTo>
                    <a:pt x="8960245" y="6286500"/>
                  </a:lnTo>
                  <a:lnTo>
                    <a:pt x="8948750" y="6248400"/>
                  </a:lnTo>
                  <a:lnTo>
                    <a:pt x="8936694" y="6197600"/>
                  </a:lnTo>
                  <a:lnTo>
                    <a:pt x="8924074" y="6159500"/>
                  </a:lnTo>
                  <a:lnTo>
                    <a:pt x="8910889" y="6108700"/>
                  </a:lnTo>
                  <a:lnTo>
                    <a:pt x="8897137" y="6070600"/>
                  </a:lnTo>
                  <a:lnTo>
                    <a:pt x="8882817" y="6019800"/>
                  </a:lnTo>
                  <a:lnTo>
                    <a:pt x="8867927" y="5981700"/>
                  </a:lnTo>
                  <a:lnTo>
                    <a:pt x="8852466" y="5930900"/>
                  </a:lnTo>
                  <a:lnTo>
                    <a:pt x="8836433" y="5892800"/>
                  </a:lnTo>
                  <a:lnTo>
                    <a:pt x="8819825" y="5842000"/>
                  </a:lnTo>
                  <a:lnTo>
                    <a:pt x="8802641" y="5803900"/>
                  </a:lnTo>
                  <a:lnTo>
                    <a:pt x="8784880" y="5753100"/>
                  </a:lnTo>
                  <a:lnTo>
                    <a:pt x="8766541" y="5715000"/>
                  </a:lnTo>
                  <a:lnTo>
                    <a:pt x="8747621" y="5676900"/>
                  </a:lnTo>
                  <a:lnTo>
                    <a:pt x="8728120" y="5626100"/>
                  </a:lnTo>
                  <a:lnTo>
                    <a:pt x="8708035" y="5588000"/>
                  </a:lnTo>
                  <a:lnTo>
                    <a:pt x="8686237" y="5537200"/>
                  </a:lnTo>
                  <a:lnTo>
                    <a:pt x="8663916" y="5499100"/>
                  </a:lnTo>
                  <a:lnTo>
                    <a:pt x="8641077" y="5448300"/>
                  </a:lnTo>
                  <a:lnTo>
                    <a:pt x="8617724" y="5410200"/>
                  </a:lnTo>
                  <a:lnTo>
                    <a:pt x="8593862" y="5359400"/>
                  </a:lnTo>
                  <a:lnTo>
                    <a:pt x="8569497" y="5321300"/>
                  </a:lnTo>
                  <a:lnTo>
                    <a:pt x="8544631" y="5270500"/>
                  </a:lnTo>
                  <a:lnTo>
                    <a:pt x="8519270" y="5232400"/>
                  </a:lnTo>
                  <a:lnTo>
                    <a:pt x="8493419" y="5194300"/>
                  </a:lnTo>
                  <a:lnTo>
                    <a:pt x="8473665" y="5156200"/>
                  </a:lnTo>
                  <a:close/>
                </a:path>
                <a:path w="9074785" h="9004300">
                  <a:moveTo>
                    <a:pt x="5350102" y="2286000"/>
                  </a:moveTo>
                  <a:lnTo>
                    <a:pt x="2114762" y="2286000"/>
                  </a:lnTo>
                  <a:lnTo>
                    <a:pt x="2147874" y="2298700"/>
                  </a:lnTo>
                  <a:lnTo>
                    <a:pt x="2183079" y="2298700"/>
                  </a:lnTo>
                  <a:lnTo>
                    <a:pt x="2220166" y="2311400"/>
                  </a:lnTo>
                  <a:lnTo>
                    <a:pt x="2258926" y="2311400"/>
                  </a:lnTo>
                  <a:lnTo>
                    <a:pt x="2340619" y="2336800"/>
                  </a:lnTo>
                  <a:lnTo>
                    <a:pt x="2470434" y="2374900"/>
                  </a:lnTo>
                  <a:lnTo>
                    <a:pt x="2692162" y="2501900"/>
                  </a:lnTo>
                  <a:lnTo>
                    <a:pt x="2735418" y="2540000"/>
                  </a:lnTo>
                  <a:lnTo>
                    <a:pt x="2777820" y="2578100"/>
                  </a:lnTo>
                  <a:lnTo>
                    <a:pt x="2819157" y="2616200"/>
                  </a:lnTo>
                  <a:lnTo>
                    <a:pt x="2859218" y="2654300"/>
                  </a:lnTo>
                  <a:lnTo>
                    <a:pt x="2897793" y="2705100"/>
                  </a:lnTo>
                  <a:lnTo>
                    <a:pt x="2934671" y="2755900"/>
                  </a:lnTo>
                  <a:lnTo>
                    <a:pt x="2963808" y="2806700"/>
                  </a:lnTo>
                  <a:lnTo>
                    <a:pt x="2990654" y="2844800"/>
                  </a:lnTo>
                  <a:lnTo>
                    <a:pt x="3015177" y="2895600"/>
                  </a:lnTo>
                  <a:lnTo>
                    <a:pt x="3037342" y="2946400"/>
                  </a:lnTo>
                  <a:lnTo>
                    <a:pt x="3057116" y="2984500"/>
                  </a:lnTo>
                  <a:lnTo>
                    <a:pt x="3074468" y="3035300"/>
                  </a:lnTo>
                  <a:lnTo>
                    <a:pt x="3089364" y="3086100"/>
                  </a:lnTo>
                  <a:lnTo>
                    <a:pt x="3101770" y="3124200"/>
                  </a:lnTo>
                  <a:lnTo>
                    <a:pt x="3111653" y="3175000"/>
                  </a:lnTo>
                  <a:lnTo>
                    <a:pt x="3118981" y="3225800"/>
                  </a:lnTo>
                  <a:lnTo>
                    <a:pt x="3123721" y="3263900"/>
                  </a:lnTo>
                  <a:lnTo>
                    <a:pt x="3125838" y="3314700"/>
                  </a:lnTo>
                  <a:lnTo>
                    <a:pt x="3148141" y="4572000"/>
                  </a:lnTo>
                  <a:lnTo>
                    <a:pt x="3164068" y="5232400"/>
                  </a:lnTo>
                  <a:lnTo>
                    <a:pt x="5133133" y="5156200"/>
                  </a:lnTo>
                  <a:lnTo>
                    <a:pt x="8473665" y="5156200"/>
                  </a:lnTo>
                  <a:lnTo>
                    <a:pt x="8467081" y="5143500"/>
                  </a:lnTo>
                  <a:lnTo>
                    <a:pt x="8440262" y="5105400"/>
                  </a:lnTo>
                  <a:lnTo>
                    <a:pt x="8412966" y="5067300"/>
                  </a:lnTo>
                  <a:lnTo>
                    <a:pt x="8385198" y="5029200"/>
                  </a:lnTo>
                  <a:lnTo>
                    <a:pt x="8356962" y="4991100"/>
                  </a:lnTo>
                  <a:lnTo>
                    <a:pt x="8328264" y="4940300"/>
                  </a:lnTo>
                  <a:lnTo>
                    <a:pt x="8299106" y="4902200"/>
                  </a:lnTo>
                  <a:lnTo>
                    <a:pt x="8269495" y="4864100"/>
                  </a:lnTo>
                  <a:lnTo>
                    <a:pt x="8239434" y="4826000"/>
                  </a:lnTo>
                  <a:lnTo>
                    <a:pt x="8208928" y="4787900"/>
                  </a:lnTo>
                  <a:lnTo>
                    <a:pt x="8177982" y="4749800"/>
                  </a:lnTo>
                  <a:lnTo>
                    <a:pt x="8146601" y="4711700"/>
                  </a:lnTo>
                  <a:lnTo>
                    <a:pt x="8114788" y="4673600"/>
                  </a:lnTo>
                  <a:lnTo>
                    <a:pt x="8082549" y="4635500"/>
                  </a:lnTo>
                  <a:lnTo>
                    <a:pt x="8049888" y="4610100"/>
                  </a:lnTo>
                  <a:lnTo>
                    <a:pt x="8016810" y="4572000"/>
                  </a:lnTo>
                  <a:lnTo>
                    <a:pt x="7983319" y="4533900"/>
                  </a:lnTo>
                  <a:lnTo>
                    <a:pt x="7949420" y="4495800"/>
                  </a:lnTo>
                  <a:lnTo>
                    <a:pt x="7915117" y="4470400"/>
                  </a:lnTo>
                  <a:lnTo>
                    <a:pt x="7880415" y="4432300"/>
                  </a:lnTo>
                  <a:lnTo>
                    <a:pt x="7845319" y="4394200"/>
                  </a:lnTo>
                  <a:lnTo>
                    <a:pt x="7809833" y="4368800"/>
                  </a:lnTo>
                  <a:lnTo>
                    <a:pt x="7773962" y="4330700"/>
                  </a:lnTo>
                  <a:lnTo>
                    <a:pt x="7737710" y="4305300"/>
                  </a:lnTo>
                  <a:lnTo>
                    <a:pt x="7701082" y="4267200"/>
                  </a:lnTo>
                  <a:lnTo>
                    <a:pt x="7664082" y="4241800"/>
                  </a:lnTo>
                  <a:lnTo>
                    <a:pt x="7626716" y="4203700"/>
                  </a:lnTo>
                  <a:lnTo>
                    <a:pt x="7588987" y="4178300"/>
                  </a:lnTo>
                  <a:lnTo>
                    <a:pt x="7550900" y="4140200"/>
                  </a:lnTo>
                  <a:lnTo>
                    <a:pt x="7434539" y="4064000"/>
                  </a:lnTo>
                  <a:lnTo>
                    <a:pt x="7395067" y="4025900"/>
                  </a:lnTo>
                  <a:lnTo>
                    <a:pt x="7274660" y="3949700"/>
                  </a:lnTo>
                  <a:lnTo>
                    <a:pt x="7109643" y="3848100"/>
                  </a:lnTo>
                  <a:lnTo>
                    <a:pt x="7025299" y="3797300"/>
                  </a:lnTo>
                  <a:lnTo>
                    <a:pt x="6982685" y="3784600"/>
                  </a:lnTo>
                  <a:lnTo>
                    <a:pt x="6853125" y="3708400"/>
                  </a:lnTo>
                  <a:lnTo>
                    <a:pt x="6809381" y="3695700"/>
                  </a:lnTo>
                  <a:lnTo>
                    <a:pt x="6765367" y="3670300"/>
                  </a:lnTo>
                  <a:lnTo>
                    <a:pt x="6721087" y="3657600"/>
                  </a:lnTo>
                  <a:lnTo>
                    <a:pt x="6676545" y="3632200"/>
                  </a:lnTo>
                  <a:lnTo>
                    <a:pt x="6631746" y="3619500"/>
                  </a:lnTo>
                  <a:lnTo>
                    <a:pt x="6586694" y="3594100"/>
                  </a:lnTo>
                  <a:lnTo>
                    <a:pt x="6495852" y="3568700"/>
                  </a:lnTo>
                  <a:lnTo>
                    <a:pt x="6450071" y="3543300"/>
                  </a:lnTo>
                  <a:lnTo>
                    <a:pt x="5883746" y="3390900"/>
                  </a:lnTo>
                  <a:lnTo>
                    <a:pt x="5835279" y="3390900"/>
                  </a:lnTo>
                  <a:lnTo>
                    <a:pt x="5786637" y="3378200"/>
                  </a:lnTo>
                  <a:lnTo>
                    <a:pt x="5737825" y="3378200"/>
                  </a:lnTo>
                  <a:lnTo>
                    <a:pt x="5688848" y="3365500"/>
                  </a:lnTo>
                  <a:lnTo>
                    <a:pt x="5639709" y="3365500"/>
                  </a:lnTo>
                  <a:lnTo>
                    <a:pt x="5590415" y="3352800"/>
                  </a:lnTo>
                  <a:lnTo>
                    <a:pt x="5531409" y="3352800"/>
                  </a:lnTo>
                  <a:lnTo>
                    <a:pt x="5525043" y="3340100"/>
                  </a:lnTo>
                  <a:lnTo>
                    <a:pt x="5480437" y="3340100"/>
                  </a:lnTo>
                  <a:lnTo>
                    <a:pt x="5482762" y="3289300"/>
                  </a:lnTo>
                  <a:lnTo>
                    <a:pt x="5484276" y="3251200"/>
                  </a:lnTo>
                  <a:lnTo>
                    <a:pt x="5484982" y="3200400"/>
                  </a:lnTo>
                  <a:lnTo>
                    <a:pt x="5484880" y="3149600"/>
                  </a:lnTo>
                  <a:lnTo>
                    <a:pt x="5483973" y="3098800"/>
                  </a:lnTo>
                  <a:lnTo>
                    <a:pt x="5482260" y="3048000"/>
                  </a:lnTo>
                  <a:lnTo>
                    <a:pt x="5479744" y="2997200"/>
                  </a:lnTo>
                  <a:lnTo>
                    <a:pt x="5476426" y="2959100"/>
                  </a:lnTo>
                  <a:lnTo>
                    <a:pt x="5472307" y="2908300"/>
                  </a:lnTo>
                  <a:lnTo>
                    <a:pt x="5467389" y="2857500"/>
                  </a:lnTo>
                  <a:lnTo>
                    <a:pt x="5461673" y="2806700"/>
                  </a:lnTo>
                  <a:lnTo>
                    <a:pt x="5455160" y="2755900"/>
                  </a:lnTo>
                  <a:lnTo>
                    <a:pt x="5447851" y="2705100"/>
                  </a:lnTo>
                  <a:lnTo>
                    <a:pt x="5439748" y="2667000"/>
                  </a:lnTo>
                  <a:lnTo>
                    <a:pt x="5430853" y="2616200"/>
                  </a:lnTo>
                  <a:lnTo>
                    <a:pt x="5421166" y="2565400"/>
                  </a:lnTo>
                  <a:lnTo>
                    <a:pt x="5410689" y="2514600"/>
                  </a:lnTo>
                  <a:lnTo>
                    <a:pt x="5399424" y="2463800"/>
                  </a:lnTo>
                  <a:lnTo>
                    <a:pt x="5387371" y="2425700"/>
                  </a:lnTo>
                  <a:lnTo>
                    <a:pt x="5374532" y="2374900"/>
                  </a:lnTo>
                  <a:lnTo>
                    <a:pt x="5360908" y="2324100"/>
                  </a:lnTo>
                  <a:lnTo>
                    <a:pt x="5350102" y="2286000"/>
                  </a:lnTo>
                  <a:close/>
                </a:path>
                <a:path w="9074785" h="9004300">
                  <a:moveTo>
                    <a:pt x="2756695" y="38100"/>
                  </a:moveTo>
                  <a:lnTo>
                    <a:pt x="1655986" y="38100"/>
                  </a:lnTo>
                  <a:lnTo>
                    <a:pt x="1510195" y="76200"/>
                  </a:lnTo>
                  <a:lnTo>
                    <a:pt x="1462174" y="76200"/>
                  </a:lnTo>
                  <a:lnTo>
                    <a:pt x="1266531" y="127000"/>
                  </a:lnTo>
                  <a:lnTo>
                    <a:pt x="1216780" y="152400"/>
                  </a:lnTo>
                  <a:lnTo>
                    <a:pt x="1069678" y="190500"/>
                  </a:lnTo>
                  <a:lnTo>
                    <a:pt x="1021388" y="215900"/>
                  </a:lnTo>
                  <a:lnTo>
                    <a:pt x="973484" y="228600"/>
                  </a:lnTo>
                  <a:lnTo>
                    <a:pt x="925972" y="254000"/>
                  </a:lnTo>
                  <a:lnTo>
                    <a:pt x="878861" y="266700"/>
                  </a:lnTo>
                  <a:lnTo>
                    <a:pt x="785873" y="317500"/>
                  </a:lnTo>
                  <a:lnTo>
                    <a:pt x="740011" y="330200"/>
                  </a:lnTo>
                  <a:lnTo>
                    <a:pt x="694581" y="355600"/>
                  </a:lnTo>
                  <a:lnTo>
                    <a:pt x="560964" y="431800"/>
                  </a:lnTo>
                  <a:lnTo>
                    <a:pt x="0" y="749300"/>
                  </a:lnTo>
                  <a:lnTo>
                    <a:pt x="0" y="3416300"/>
                  </a:lnTo>
                  <a:lnTo>
                    <a:pt x="1284240" y="2501900"/>
                  </a:lnTo>
                  <a:lnTo>
                    <a:pt x="1323817" y="2476500"/>
                  </a:lnTo>
                  <a:lnTo>
                    <a:pt x="1364569" y="2451100"/>
                  </a:lnTo>
                  <a:lnTo>
                    <a:pt x="1406427" y="2425700"/>
                  </a:lnTo>
                  <a:lnTo>
                    <a:pt x="1449321" y="2413000"/>
                  </a:lnTo>
                  <a:lnTo>
                    <a:pt x="1493181" y="2387600"/>
                  </a:lnTo>
                  <a:lnTo>
                    <a:pt x="1537938" y="2374900"/>
                  </a:lnTo>
                  <a:lnTo>
                    <a:pt x="1583522" y="2349500"/>
                  </a:lnTo>
                  <a:lnTo>
                    <a:pt x="1772730" y="2298700"/>
                  </a:lnTo>
                  <a:lnTo>
                    <a:pt x="1821403" y="2298700"/>
                  </a:lnTo>
                  <a:lnTo>
                    <a:pt x="1870484" y="2286000"/>
                  </a:lnTo>
                  <a:lnTo>
                    <a:pt x="5350102" y="2286000"/>
                  </a:lnTo>
                  <a:lnTo>
                    <a:pt x="5346500" y="2273300"/>
                  </a:lnTo>
                  <a:lnTo>
                    <a:pt x="5331311" y="2235200"/>
                  </a:lnTo>
                  <a:lnTo>
                    <a:pt x="5315341" y="2184400"/>
                  </a:lnTo>
                  <a:lnTo>
                    <a:pt x="5298591" y="2133600"/>
                  </a:lnTo>
                  <a:lnTo>
                    <a:pt x="5281064" y="2095500"/>
                  </a:lnTo>
                  <a:lnTo>
                    <a:pt x="5262759" y="2044700"/>
                  </a:lnTo>
                  <a:lnTo>
                    <a:pt x="5243680" y="1993900"/>
                  </a:lnTo>
                  <a:lnTo>
                    <a:pt x="5223826" y="1955800"/>
                  </a:lnTo>
                  <a:lnTo>
                    <a:pt x="5203199" y="1905000"/>
                  </a:lnTo>
                  <a:lnTo>
                    <a:pt x="5181801" y="1854200"/>
                  </a:lnTo>
                  <a:lnTo>
                    <a:pt x="5159633" y="1816100"/>
                  </a:lnTo>
                  <a:lnTo>
                    <a:pt x="5136696" y="1765300"/>
                  </a:lnTo>
                  <a:lnTo>
                    <a:pt x="5112992" y="1727200"/>
                  </a:lnTo>
                  <a:lnTo>
                    <a:pt x="5088522" y="1676400"/>
                  </a:lnTo>
                  <a:lnTo>
                    <a:pt x="5064973" y="1638300"/>
                  </a:lnTo>
                  <a:lnTo>
                    <a:pt x="5040797" y="1587500"/>
                  </a:lnTo>
                  <a:lnTo>
                    <a:pt x="5016001" y="1549400"/>
                  </a:lnTo>
                  <a:lnTo>
                    <a:pt x="4990592" y="1511300"/>
                  </a:lnTo>
                  <a:lnTo>
                    <a:pt x="4964576" y="1460500"/>
                  </a:lnTo>
                  <a:lnTo>
                    <a:pt x="4937961" y="1422400"/>
                  </a:lnTo>
                  <a:lnTo>
                    <a:pt x="4910754" y="1384300"/>
                  </a:lnTo>
                  <a:lnTo>
                    <a:pt x="4882962" y="1346200"/>
                  </a:lnTo>
                  <a:lnTo>
                    <a:pt x="4854592" y="1308100"/>
                  </a:lnTo>
                  <a:lnTo>
                    <a:pt x="4825651" y="1270000"/>
                  </a:lnTo>
                  <a:lnTo>
                    <a:pt x="4796145" y="1231900"/>
                  </a:lnTo>
                  <a:lnTo>
                    <a:pt x="4766082" y="1193800"/>
                  </a:lnTo>
                  <a:lnTo>
                    <a:pt x="4735470" y="1155700"/>
                  </a:lnTo>
                  <a:lnTo>
                    <a:pt x="4704314" y="1117600"/>
                  </a:lnTo>
                  <a:lnTo>
                    <a:pt x="4672622" y="1079500"/>
                  </a:lnTo>
                  <a:lnTo>
                    <a:pt x="4640401" y="1041400"/>
                  </a:lnTo>
                  <a:lnTo>
                    <a:pt x="4607658" y="1016000"/>
                  </a:lnTo>
                  <a:lnTo>
                    <a:pt x="4574401" y="977900"/>
                  </a:lnTo>
                  <a:lnTo>
                    <a:pt x="4540635" y="939800"/>
                  </a:lnTo>
                  <a:lnTo>
                    <a:pt x="4506368" y="914400"/>
                  </a:lnTo>
                  <a:lnTo>
                    <a:pt x="4471607" y="876300"/>
                  </a:lnTo>
                  <a:lnTo>
                    <a:pt x="4436360" y="838200"/>
                  </a:lnTo>
                  <a:lnTo>
                    <a:pt x="4400632" y="812800"/>
                  </a:lnTo>
                  <a:lnTo>
                    <a:pt x="4364432" y="774700"/>
                  </a:lnTo>
                  <a:lnTo>
                    <a:pt x="4290640" y="723900"/>
                  </a:lnTo>
                  <a:lnTo>
                    <a:pt x="4253063" y="685800"/>
                  </a:lnTo>
                  <a:lnTo>
                    <a:pt x="4176582" y="635000"/>
                  </a:lnTo>
                  <a:lnTo>
                    <a:pt x="4137691" y="609600"/>
                  </a:lnTo>
                  <a:lnTo>
                    <a:pt x="4098377" y="571500"/>
                  </a:lnTo>
                  <a:lnTo>
                    <a:pt x="3977962" y="495300"/>
                  </a:lnTo>
                  <a:lnTo>
                    <a:pt x="3853985" y="419100"/>
                  </a:lnTo>
                  <a:lnTo>
                    <a:pt x="3811901" y="406400"/>
                  </a:lnTo>
                  <a:lnTo>
                    <a:pt x="3683470" y="330200"/>
                  </a:lnTo>
                  <a:lnTo>
                    <a:pt x="3639958" y="317500"/>
                  </a:lnTo>
                  <a:lnTo>
                    <a:pt x="3596105" y="292100"/>
                  </a:lnTo>
                  <a:lnTo>
                    <a:pt x="3551920" y="279400"/>
                  </a:lnTo>
                  <a:lnTo>
                    <a:pt x="3507410" y="254000"/>
                  </a:lnTo>
                  <a:lnTo>
                    <a:pt x="3462581" y="241300"/>
                  </a:lnTo>
                  <a:lnTo>
                    <a:pt x="3417441" y="215900"/>
                  </a:lnTo>
                  <a:lnTo>
                    <a:pt x="3326253" y="190500"/>
                  </a:lnTo>
                  <a:lnTo>
                    <a:pt x="3280220" y="165100"/>
                  </a:lnTo>
                  <a:lnTo>
                    <a:pt x="2902343" y="63500"/>
                  </a:lnTo>
                  <a:lnTo>
                    <a:pt x="2854012" y="63500"/>
                  </a:lnTo>
                  <a:lnTo>
                    <a:pt x="2756695" y="38100"/>
                  </a:lnTo>
                  <a:close/>
                </a:path>
                <a:path w="9074785" h="9004300">
                  <a:moveTo>
                    <a:pt x="2658554" y="25400"/>
                  </a:moveTo>
                  <a:lnTo>
                    <a:pt x="1754502" y="25400"/>
                  </a:lnTo>
                  <a:lnTo>
                    <a:pt x="1705119" y="38100"/>
                  </a:lnTo>
                  <a:lnTo>
                    <a:pt x="2707724" y="38100"/>
                  </a:lnTo>
                  <a:lnTo>
                    <a:pt x="2658554" y="25400"/>
                  </a:lnTo>
                  <a:close/>
                </a:path>
                <a:path w="9074785" h="9004300">
                  <a:moveTo>
                    <a:pt x="2559643" y="12700"/>
                  </a:moveTo>
                  <a:lnTo>
                    <a:pt x="1853966" y="12700"/>
                  </a:lnTo>
                  <a:lnTo>
                    <a:pt x="1804121" y="25400"/>
                  </a:lnTo>
                  <a:lnTo>
                    <a:pt x="2609191" y="25400"/>
                  </a:lnTo>
                  <a:lnTo>
                    <a:pt x="2559643" y="12700"/>
                  </a:lnTo>
                  <a:close/>
                </a:path>
                <a:path w="9074785" h="9004300">
                  <a:moveTo>
                    <a:pt x="2460020" y="0"/>
                  </a:moveTo>
                  <a:lnTo>
                    <a:pt x="2004737" y="0"/>
                  </a:lnTo>
                  <a:lnTo>
                    <a:pt x="1954286" y="12700"/>
                  </a:lnTo>
                  <a:lnTo>
                    <a:pt x="2509917" y="12700"/>
                  </a:lnTo>
                  <a:lnTo>
                    <a:pt x="2460020" y="0"/>
                  </a:lnTo>
                  <a:close/>
                </a:path>
              </a:pathLst>
            </a:custGeom>
            <a:solidFill>
              <a:srgbClr val="F86C02">
                <a:alpha val="34999"/>
              </a:srgbClr>
            </a:solidFill>
          </p:spPr>
          <p:txBody>
            <a:bodyPr wrap="square" lIns="0" tIns="0" rIns="0" bIns="0" rtlCol="0"/>
            <a:lstStyle/>
            <a:p>
              <a:pPr defTabSz="554492"/>
              <a:endParaRPr sz="1092" kern="0">
                <a:solidFill>
                  <a:sysClr val="windowText" lastClr="000000"/>
                </a:solidFill>
              </a:endParaRPr>
            </a:p>
          </p:txBody>
        </p:sp>
        <p:sp>
          <p:nvSpPr>
            <p:cNvPr id="6" name="object 4">
              <a:extLst>
                <a:ext uri="{FF2B5EF4-FFF2-40B4-BE49-F238E27FC236}">
                  <a16:creationId xmlns:a16="http://schemas.microsoft.com/office/drawing/2014/main" id="{9D5C3244-1CEC-0A27-CBCC-D43493A56CF1}"/>
                </a:ext>
              </a:extLst>
            </p:cNvPr>
            <p:cNvSpPr/>
            <p:nvPr/>
          </p:nvSpPr>
          <p:spPr>
            <a:xfrm>
              <a:off x="3164073" y="5643422"/>
              <a:ext cx="5910580" cy="5665470"/>
            </a:xfrm>
            <a:custGeom>
              <a:avLst/>
              <a:gdLst/>
              <a:ahLst/>
              <a:cxnLst/>
              <a:rect l="l" t="t" r="r" b="b"/>
              <a:pathLst>
                <a:path w="5910580" h="5665470">
                  <a:moveTo>
                    <a:pt x="2360975" y="0"/>
                  </a:moveTo>
                  <a:lnTo>
                    <a:pt x="2354598" y="0"/>
                  </a:lnTo>
                  <a:lnTo>
                    <a:pt x="0" y="1886214"/>
                  </a:lnTo>
                  <a:lnTo>
                    <a:pt x="1969064" y="1814386"/>
                  </a:lnTo>
                  <a:lnTo>
                    <a:pt x="2016852" y="1814134"/>
                  </a:lnTo>
                  <a:lnTo>
                    <a:pt x="2064644" y="1815675"/>
                  </a:lnTo>
                  <a:lnTo>
                    <a:pt x="2112438" y="1819305"/>
                  </a:lnTo>
                  <a:lnTo>
                    <a:pt x="2161201" y="1823540"/>
                  </a:lnTo>
                  <a:lnTo>
                    <a:pt x="2209706" y="1829134"/>
                  </a:lnTo>
                  <a:lnTo>
                    <a:pt x="2257929" y="1836073"/>
                  </a:lnTo>
                  <a:lnTo>
                    <a:pt x="2305846" y="1844342"/>
                  </a:lnTo>
                  <a:lnTo>
                    <a:pt x="2353433" y="1853927"/>
                  </a:lnTo>
                  <a:lnTo>
                    <a:pt x="2400665" y="1864814"/>
                  </a:lnTo>
                  <a:lnTo>
                    <a:pt x="2447518" y="1876989"/>
                  </a:lnTo>
                  <a:lnTo>
                    <a:pt x="2493969" y="1890437"/>
                  </a:lnTo>
                  <a:lnTo>
                    <a:pt x="2539994" y="1905145"/>
                  </a:lnTo>
                  <a:lnTo>
                    <a:pt x="2585567" y="1921097"/>
                  </a:lnTo>
                  <a:lnTo>
                    <a:pt x="2630666" y="1938280"/>
                  </a:lnTo>
                  <a:lnTo>
                    <a:pt x="2675266" y="1956679"/>
                  </a:lnTo>
                  <a:lnTo>
                    <a:pt x="2719343" y="1976281"/>
                  </a:lnTo>
                  <a:lnTo>
                    <a:pt x="2762873" y="1997070"/>
                  </a:lnTo>
                  <a:lnTo>
                    <a:pt x="2805832" y="2019033"/>
                  </a:lnTo>
                  <a:lnTo>
                    <a:pt x="2848195" y="2042155"/>
                  </a:lnTo>
                  <a:lnTo>
                    <a:pt x="2889940" y="2066422"/>
                  </a:lnTo>
                  <a:lnTo>
                    <a:pt x="2931040" y="2091820"/>
                  </a:lnTo>
                  <a:lnTo>
                    <a:pt x="2971474" y="2118334"/>
                  </a:lnTo>
                  <a:lnTo>
                    <a:pt x="3011216" y="2145951"/>
                  </a:lnTo>
                  <a:lnTo>
                    <a:pt x="3050242" y="2174656"/>
                  </a:lnTo>
                  <a:lnTo>
                    <a:pt x="3088529" y="2204434"/>
                  </a:lnTo>
                  <a:lnTo>
                    <a:pt x="3126052" y="2235272"/>
                  </a:lnTo>
                  <a:lnTo>
                    <a:pt x="3162787" y="2267154"/>
                  </a:lnTo>
                  <a:lnTo>
                    <a:pt x="3198710" y="2300068"/>
                  </a:lnTo>
                  <a:lnTo>
                    <a:pt x="3233797" y="2333998"/>
                  </a:lnTo>
                  <a:lnTo>
                    <a:pt x="3268024" y="2368931"/>
                  </a:lnTo>
                  <a:lnTo>
                    <a:pt x="3301366" y="2404852"/>
                  </a:lnTo>
                  <a:lnTo>
                    <a:pt x="3333801" y="2441747"/>
                  </a:lnTo>
                  <a:lnTo>
                    <a:pt x="3365303" y="2479601"/>
                  </a:lnTo>
                  <a:lnTo>
                    <a:pt x="3395849" y="2518400"/>
                  </a:lnTo>
                  <a:lnTo>
                    <a:pt x="3425415" y="2558131"/>
                  </a:lnTo>
                  <a:lnTo>
                    <a:pt x="3453975" y="2598778"/>
                  </a:lnTo>
                  <a:lnTo>
                    <a:pt x="3481507" y="2640328"/>
                  </a:lnTo>
                  <a:lnTo>
                    <a:pt x="3507987" y="2682766"/>
                  </a:lnTo>
                  <a:lnTo>
                    <a:pt x="3531501" y="2723495"/>
                  </a:lnTo>
                  <a:lnTo>
                    <a:pt x="3553768" y="2764663"/>
                  </a:lnTo>
                  <a:lnTo>
                    <a:pt x="3574794" y="2806247"/>
                  </a:lnTo>
                  <a:lnTo>
                    <a:pt x="3594584" y="2848226"/>
                  </a:lnTo>
                  <a:lnTo>
                    <a:pt x="3613142" y="2890576"/>
                  </a:lnTo>
                  <a:lnTo>
                    <a:pt x="3630476" y="2933275"/>
                  </a:lnTo>
                  <a:lnTo>
                    <a:pt x="3646588" y="2976301"/>
                  </a:lnTo>
                  <a:lnTo>
                    <a:pt x="3661486" y="3019631"/>
                  </a:lnTo>
                  <a:lnTo>
                    <a:pt x="3675174" y="3063244"/>
                  </a:lnTo>
                  <a:lnTo>
                    <a:pt x="3687658" y="3107115"/>
                  </a:lnTo>
                  <a:lnTo>
                    <a:pt x="3698943" y="3151224"/>
                  </a:lnTo>
                  <a:lnTo>
                    <a:pt x="3709034" y="3195547"/>
                  </a:lnTo>
                  <a:lnTo>
                    <a:pt x="3717936" y="3240062"/>
                  </a:lnTo>
                  <a:lnTo>
                    <a:pt x="3725655" y="3284747"/>
                  </a:lnTo>
                  <a:lnTo>
                    <a:pt x="3732197" y="3329580"/>
                  </a:lnTo>
                  <a:lnTo>
                    <a:pt x="3737566" y="3374537"/>
                  </a:lnTo>
                  <a:lnTo>
                    <a:pt x="3741768" y="3419596"/>
                  </a:lnTo>
                  <a:lnTo>
                    <a:pt x="3744807" y="3464736"/>
                  </a:lnTo>
                  <a:lnTo>
                    <a:pt x="3746691" y="3509933"/>
                  </a:lnTo>
                  <a:lnTo>
                    <a:pt x="3747422" y="3555165"/>
                  </a:lnTo>
                  <a:lnTo>
                    <a:pt x="3747008" y="3600409"/>
                  </a:lnTo>
                  <a:lnTo>
                    <a:pt x="3745453" y="3645644"/>
                  </a:lnTo>
                  <a:lnTo>
                    <a:pt x="3742763" y="3690847"/>
                  </a:lnTo>
                  <a:lnTo>
                    <a:pt x="3738943" y="3735995"/>
                  </a:lnTo>
                  <a:lnTo>
                    <a:pt x="3733997" y="3781067"/>
                  </a:lnTo>
                  <a:lnTo>
                    <a:pt x="3727933" y="3826038"/>
                  </a:lnTo>
                  <a:lnTo>
                    <a:pt x="3720754" y="3870888"/>
                  </a:lnTo>
                  <a:lnTo>
                    <a:pt x="3712466" y="3915593"/>
                  </a:lnTo>
                  <a:lnTo>
                    <a:pt x="3703075" y="3960131"/>
                  </a:lnTo>
                  <a:lnTo>
                    <a:pt x="3692585" y="4004481"/>
                  </a:lnTo>
                  <a:lnTo>
                    <a:pt x="3681002" y="4048618"/>
                  </a:lnTo>
                  <a:lnTo>
                    <a:pt x="3668332" y="4092522"/>
                  </a:lnTo>
                  <a:lnTo>
                    <a:pt x="3654580" y="4136169"/>
                  </a:lnTo>
                  <a:lnTo>
                    <a:pt x="3639750" y="4179536"/>
                  </a:lnTo>
                  <a:lnTo>
                    <a:pt x="3623849" y="4222603"/>
                  </a:lnTo>
                  <a:lnTo>
                    <a:pt x="3606881" y="4265346"/>
                  </a:lnTo>
                  <a:lnTo>
                    <a:pt x="3588852" y="4307742"/>
                  </a:lnTo>
                  <a:lnTo>
                    <a:pt x="3569767" y="4349770"/>
                  </a:lnTo>
                  <a:lnTo>
                    <a:pt x="3549632" y="4391406"/>
                  </a:lnTo>
                  <a:lnTo>
                    <a:pt x="3528451" y="4432629"/>
                  </a:lnTo>
                  <a:lnTo>
                    <a:pt x="3506231" y="4473416"/>
                  </a:lnTo>
                  <a:lnTo>
                    <a:pt x="3482976" y="4513744"/>
                  </a:lnTo>
                  <a:lnTo>
                    <a:pt x="3458691" y="4553592"/>
                  </a:lnTo>
                  <a:lnTo>
                    <a:pt x="3433383" y="4592936"/>
                  </a:lnTo>
                  <a:lnTo>
                    <a:pt x="3407056" y="4631755"/>
                  </a:lnTo>
                  <a:lnTo>
                    <a:pt x="3379716" y="4670025"/>
                  </a:lnTo>
                  <a:lnTo>
                    <a:pt x="3351367" y="4707724"/>
                  </a:lnTo>
                  <a:lnTo>
                    <a:pt x="3322016" y="4744831"/>
                  </a:lnTo>
                  <a:lnTo>
                    <a:pt x="3291667" y="4781322"/>
                  </a:lnTo>
                  <a:lnTo>
                    <a:pt x="3260326" y="4817175"/>
                  </a:lnTo>
                  <a:lnTo>
                    <a:pt x="3227998" y="4852368"/>
                  </a:lnTo>
                  <a:lnTo>
                    <a:pt x="3194689" y="4886878"/>
                  </a:lnTo>
                  <a:lnTo>
                    <a:pt x="3160404" y="4920683"/>
                  </a:lnTo>
                  <a:lnTo>
                    <a:pt x="3125147" y="4953760"/>
                  </a:lnTo>
                  <a:lnTo>
                    <a:pt x="3088925" y="4986087"/>
                  </a:lnTo>
                  <a:lnTo>
                    <a:pt x="3051742" y="5017642"/>
                  </a:lnTo>
                  <a:lnTo>
                    <a:pt x="3013605" y="5048402"/>
                  </a:lnTo>
                  <a:lnTo>
                    <a:pt x="2974518" y="5078344"/>
                  </a:lnTo>
                  <a:lnTo>
                    <a:pt x="2934486" y="5107446"/>
                  </a:lnTo>
                  <a:lnTo>
                    <a:pt x="2141241" y="5665133"/>
                  </a:lnTo>
                  <a:lnTo>
                    <a:pt x="5486544" y="5665133"/>
                  </a:lnTo>
                  <a:lnTo>
                    <a:pt x="5513987" y="5609146"/>
                  </a:lnTo>
                  <a:lnTo>
                    <a:pt x="5533468" y="5567930"/>
                  </a:lnTo>
                  <a:lnTo>
                    <a:pt x="5552478" y="5526517"/>
                  </a:lnTo>
                  <a:lnTo>
                    <a:pt x="5571014" y="5484912"/>
                  </a:lnTo>
                  <a:lnTo>
                    <a:pt x="5589075" y="5443120"/>
                  </a:lnTo>
                  <a:lnTo>
                    <a:pt x="5606660" y="5401146"/>
                  </a:lnTo>
                  <a:lnTo>
                    <a:pt x="5623768" y="5358993"/>
                  </a:lnTo>
                  <a:lnTo>
                    <a:pt x="5640395" y="5316667"/>
                  </a:lnTo>
                  <a:lnTo>
                    <a:pt x="5656542" y="5274172"/>
                  </a:lnTo>
                  <a:lnTo>
                    <a:pt x="5672206" y="5231513"/>
                  </a:lnTo>
                  <a:lnTo>
                    <a:pt x="5687387" y="5188694"/>
                  </a:lnTo>
                  <a:lnTo>
                    <a:pt x="5702082" y="5145720"/>
                  </a:lnTo>
                  <a:lnTo>
                    <a:pt x="5716290" y="5102595"/>
                  </a:lnTo>
                  <a:lnTo>
                    <a:pt x="5730010" y="5059325"/>
                  </a:lnTo>
                  <a:lnTo>
                    <a:pt x="5743240" y="5015913"/>
                  </a:lnTo>
                  <a:lnTo>
                    <a:pt x="5755978" y="4972365"/>
                  </a:lnTo>
                  <a:lnTo>
                    <a:pt x="5768224" y="4928684"/>
                  </a:lnTo>
                  <a:lnTo>
                    <a:pt x="5779975" y="4884876"/>
                  </a:lnTo>
                  <a:lnTo>
                    <a:pt x="5791230" y="4840945"/>
                  </a:lnTo>
                  <a:lnTo>
                    <a:pt x="5801988" y="4796896"/>
                  </a:lnTo>
                  <a:lnTo>
                    <a:pt x="5812246" y="4752733"/>
                  </a:lnTo>
                  <a:lnTo>
                    <a:pt x="5822005" y="4708461"/>
                  </a:lnTo>
                  <a:lnTo>
                    <a:pt x="5831261" y="4664084"/>
                  </a:lnTo>
                  <a:lnTo>
                    <a:pt x="5840014" y="4619607"/>
                  </a:lnTo>
                  <a:lnTo>
                    <a:pt x="5848262" y="4575035"/>
                  </a:lnTo>
                  <a:lnTo>
                    <a:pt x="5856003" y="4530373"/>
                  </a:lnTo>
                  <a:lnTo>
                    <a:pt x="5863237" y="4485624"/>
                  </a:lnTo>
                  <a:lnTo>
                    <a:pt x="5869960" y="4440793"/>
                  </a:lnTo>
                  <a:lnTo>
                    <a:pt x="5876173" y="4395886"/>
                  </a:lnTo>
                  <a:lnTo>
                    <a:pt x="5881874" y="4350906"/>
                  </a:lnTo>
                  <a:lnTo>
                    <a:pt x="5887060" y="4305858"/>
                  </a:lnTo>
                  <a:lnTo>
                    <a:pt x="5891731" y="4260748"/>
                  </a:lnTo>
                  <a:lnTo>
                    <a:pt x="5895885" y="4215578"/>
                  </a:lnTo>
                  <a:lnTo>
                    <a:pt x="5899520" y="4170355"/>
                  </a:lnTo>
                  <a:lnTo>
                    <a:pt x="5902636" y="4125082"/>
                  </a:lnTo>
                  <a:lnTo>
                    <a:pt x="5905230" y="4079765"/>
                  </a:lnTo>
                  <a:lnTo>
                    <a:pt x="5907300" y="4034407"/>
                  </a:lnTo>
                  <a:lnTo>
                    <a:pt x="5908847" y="3989014"/>
                  </a:lnTo>
                  <a:lnTo>
                    <a:pt x="5909867" y="3943589"/>
                  </a:lnTo>
                  <a:lnTo>
                    <a:pt x="5910360" y="3898138"/>
                  </a:lnTo>
                  <a:lnTo>
                    <a:pt x="5910323" y="3852666"/>
                  </a:lnTo>
                  <a:lnTo>
                    <a:pt x="5909756" y="3807176"/>
                  </a:lnTo>
                  <a:lnTo>
                    <a:pt x="5908657" y="3761673"/>
                  </a:lnTo>
                  <a:lnTo>
                    <a:pt x="5907025" y="3716163"/>
                  </a:lnTo>
                  <a:lnTo>
                    <a:pt x="5904857" y="3670649"/>
                  </a:lnTo>
                  <a:lnTo>
                    <a:pt x="5902153" y="3625136"/>
                  </a:lnTo>
                  <a:lnTo>
                    <a:pt x="5898911" y="3579629"/>
                  </a:lnTo>
                  <a:lnTo>
                    <a:pt x="5895129" y="3534132"/>
                  </a:lnTo>
                  <a:lnTo>
                    <a:pt x="5890806" y="3488650"/>
                  </a:lnTo>
                  <a:lnTo>
                    <a:pt x="5885940" y="3443188"/>
                  </a:lnTo>
                  <a:lnTo>
                    <a:pt x="5880530" y="3397750"/>
                  </a:lnTo>
                  <a:lnTo>
                    <a:pt x="5874575" y="3352340"/>
                  </a:lnTo>
                  <a:lnTo>
                    <a:pt x="5868073" y="3306964"/>
                  </a:lnTo>
                  <a:lnTo>
                    <a:pt x="5861022" y="3261626"/>
                  </a:lnTo>
                  <a:lnTo>
                    <a:pt x="5853420" y="3216330"/>
                  </a:lnTo>
                  <a:lnTo>
                    <a:pt x="5845268" y="3171082"/>
                  </a:lnTo>
                  <a:lnTo>
                    <a:pt x="5836562" y="3125885"/>
                  </a:lnTo>
                  <a:lnTo>
                    <a:pt x="5827301" y="3080744"/>
                  </a:lnTo>
                  <a:lnTo>
                    <a:pt x="5817484" y="3035664"/>
                  </a:lnTo>
                  <a:lnTo>
                    <a:pt x="5807110" y="2990650"/>
                  </a:lnTo>
                  <a:lnTo>
                    <a:pt x="5796177" y="2945706"/>
                  </a:lnTo>
                  <a:lnTo>
                    <a:pt x="5784682" y="2900837"/>
                  </a:lnTo>
                  <a:lnTo>
                    <a:pt x="5772626" y="2856046"/>
                  </a:lnTo>
                  <a:lnTo>
                    <a:pt x="5760006" y="2811340"/>
                  </a:lnTo>
                  <a:lnTo>
                    <a:pt x="5746821" y="2766722"/>
                  </a:lnTo>
                  <a:lnTo>
                    <a:pt x="5733069" y="2722197"/>
                  </a:lnTo>
                  <a:lnTo>
                    <a:pt x="5718749" y="2677770"/>
                  </a:lnTo>
                  <a:lnTo>
                    <a:pt x="5703859" y="2633445"/>
                  </a:lnTo>
                  <a:lnTo>
                    <a:pt x="5688398" y="2589227"/>
                  </a:lnTo>
                  <a:lnTo>
                    <a:pt x="5672364" y="2545120"/>
                  </a:lnTo>
                  <a:lnTo>
                    <a:pt x="5655757" y="2501129"/>
                  </a:lnTo>
                  <a:lnTo>
                    <a:pt x="5638573" y="2457259"/>
                  </a:lnTo>
                  <a:lnTo>
                    <a:pt x="5620812" y="2413514"/>
                  </a:lnTo>
                  <a:lnTo>
                    <a:pt x="5602473" y="2369899"/>
                  </a:lnTo>
                  <a:lnTo>
                    <a:pt x="5583553" y="2326419"/>
                  </a:lnTo>
                  <a:lnTo>
                    <a:pt x="5564052" y="2283077"/>
                  </a:lnTo>
                  <a:lnTo>
                    <a:pt x="5543967" y="2239879"/>
                  </a:lnTo>
                  <a:lnTo>
                    <a:pt x="5522168" y="2194681"/>
                  </a:lnTo>
                  <a:lnTo>
                    <a:pt x="5499847" y="2149840"/>
                  </a:lnTo>
                  <a:lnTo>
                    <a:pt x="5477008" y="2105357"/>
                  </a:lnTo>
                  <a:lnTo>
                    <a:pt x="5453656" y="2061237"/>
                  </a:lnTo>
                  <a:lnTo>
                    <a:pt x="5429794" y="2017482"/>
                  </a:lnTo>
                  <a:lnTo>
                    <a:pt x="5405428" y="1974096"/>
                  </a:lnTo>
                  <a:lnTo>
                    <a:pt x="5380563" y="1931083"/>
                  </a:lnTo>
                  <a:lnTo>
                    <a:pt x="5355202" y="1888445"/>
                  </a:lnTo>
                  <a:lnTo>
                    <a:pt x="5329350" y="1846186"/>
                  </a:lnTo>
                  <a:lnTo>
                    <a:pt x="5303013" y="1804309"/>
                  </a:lnTo>
                  <a:lnTo>
                    <a:pt x="5276194" y="1762818"/>
                  </a:lnTo>
                  <a:lnTo>
                    <a:pt x="5248898" y="1721716"/>
                  </a:lnTo>
                  <a:lnTo>
                    <a:pt x="5221130" y="1681006"/>
                  </a:lnTo>
                  <a:lnTo>
                    <a:pt x="5192894" y="1640691"/>
                  </a:lnTo>
                  <a:lnTo>
                    <a:pt x="5164195" y="1600775"/>
                  </a:lnTo>
                  <a:lnTo>
                    <a:pt x="5135037" y="1561261"/>
                  </a:lnTo>
                  <a:lnTo>
                    <a:pt x="5105426" y="1522153"/>
                  </a:lnTo>
                  <a:lnTo>
                    <a:pt x="5075365" y="1483453"/>
                  </a:lnTo>
                  <a:lnTo>
                    <a:pt x="5044859" y="1445165"/>
                  </a:lnTo>
                  <a:lnTo>
                    <a:pt x="5013913" y="1407293"/>
                  </a:lnTo>
                  <a:lnTo>
                    <a:pt x="4982531" y="1369839"/>
                  </a:lnTo>
                  <a:lnTo>
                    <a:pt x="4950719" y="1332807"/>
                  </a:lnTo>
                  <a:lnTo>
                    <a:pt x="4918479" y="1296201"/>
                  </a:lnTo>
                  <a:lnTo>
                    <a:pt x="4885818" y="1260023"/>
                  </a:lnTo>
                  <a:lnTo>
                    <a:pt x="4852740" y="1224276"/>
                  </a:lnTo>
                  <a:lnTo>
                    <a:pt x="4819249" y="1188965"/>
                  </a:lnTo>
                  <a:lnTo>
                    <a:pt x="4785349" y="1154093"/>
                  </a:lnTo>
                  <a:lnTo>
                    <a:pt x="4751047" y="1119662"/>
                  </a:lnTo>
                  <a:lnTo>
                    <a:pt x="4716345" y="1085677"/>
                  </a:lnTo>
                  <a:lnTo>
                    <a:pt x="4681248" y="1052139"/>
                  </a:lnTo>
                  <a:lnTo>
                    <a:pt x="4645762" y="1019054"/>
                  </a:lnTo>
                  <a:lnTo>
                    <a:pt x="4609891" y="986423"/>
                  </a:lnTo>
                  <a:lnTo>
                    <a:pt x="4573639" y="954251"/>
                  </a:lnTo>
                  <a:lnTo>
                    <a:pt x="4537010" y="922541"/>
                  </a:lnTo>
                  <a:lnTo>
                    <a:pt x="4500011" y="891295"/>
                  </a:lnTo>
                  <a:lnTo>
                    <a:pt x="4462644" y="860518"/>
                  </a:lnTo>
                  <a:lnTo>
                    <a:pt x="4424915" y="830213"/>
                  </a:lnTo>
                  <a:lnTo>
                    <a:pt x="4386828" y="800382"/>
                  </a:lnTo>
                  <a:lnTo>
                    <a:pt x="4348388" y="771030"/>
                  </a:lnTo>
                  <a:lnTo>
                    <a:pt x="4309600" y="742159"/>
                  </a:lnTo>
                  <a:lnTo>
                    <a:pt x="4270467" y="713772"/>
                  </a:lnTo>
                  <a:lnTo>
                    <a:pt x="4230995" y="685874"/>
                  </a:lnTo>
                  <a:lnTo>
                    <a:pt x="4191188" y="658468"/>
                  </a:lnTo>
                  <a:lnTo>
                    <a:pt x="4151051" y="631556"/>
                  </a:lnTo>
                  <a:lnTo>
                    <a:pt x="4110588" y="605142"/>
                  </a:lnTo>
                  <a:lnTo>
                    <a:pt x="4069804" y="579230"/>
                  </a:lnTo>
                  <a:lnTo>
                    <a:pt x="4028703" y="553822"/>
                  </a:lnTo>
                  <a:lnTo>
                    <a:pt x="3987291" y="528923"/>
                  </a:lnTo>
                  <a:lnTo>
                    <a:pt x="3945571" y="504534"/>
                  </a:lnTo>
                  <a:lnTo>
                    <a:pt x="3903548" y="480661"/>
                  </a:lnTo>
                  <a:lnTo>
                    <a:pt x="3861227" y="457305"/>
                  </a:lnTo>
                  <a:lnTo>
                    <a:pt x="3818612" y="434470"/>
                  </a:lnTo>
                  <a:lnTo>
                    <a:pt x="3775708" y="412160"/>
                  </a:lnTo>
                  <a:lnTo>
                    <a:pt x="3732520" y="390378"/>
                  </a:lnTo>
                  <a:lnTo>
                    <a:pt x="3689052" y="369127"/>
                  </a:lnTo>
                  <a:lnTo>
                    <a:pt x="3645308" y="348411"/>
                  </a:lnTo>
                  <a:lnTo>
                    <a:pt x="3601294" y="328232"/>
                  </a:lnTo>
                  <a:lnTo>
                    <a:pt x="3557014" y="308594"/>
                  </a:lnTo>
                  <a:lnTo>
                    <a:pt x="3512472" y="289501"/>
                  </a:lnTo>
                  <a:lnTo>
                    <a:pt x="3467673" y="270956"/>
                  </a:lnTo>
                  <a:lnTo>
                    <a:pt x="3422622" y="252961"/>
                  </a:lnTo>
                  <a:lnTo>
                    <a:pt x="3377322" y="235521"/>
                  </a:lnTo>
                  <a:lnTo>
                    <a:pt x="3331780" y="218639"/>
                  </a:lnTo>
                  <a:lnTo>
                    <a:pt x="3285999" y="202317"/>
                  </a:lnTo>
                  <a:lnTo>
                    <a:pt x="3239984" y="186560"/>
                  </a:lnTo>
                  <a:lnTo>
                    <a:pt x="3193739" y="171370"/>
                  </a:lnTo>
                  <a:lnTo>
                    <a:pt x="3147269" y="156752"/>
                  </a:lnTo>
                  <a:lnTo>
                    <a:pt x="3100579" y="142707"/>
                  </a:lnTo>
                  <a:lnTo>
                    <a:pt x="3053673" y="129240"/>
                  </a:lnTo>
                  <a:lnTo>
                    <a:pt x="3006556" y="116354"/>
                  </a:lnTo>
                  <a:lnTo>
                    <a:pt x="2959233" y="104052"/>
                  </a:lnTo>
                  <a:lnTo>
                    <a:pt x="2911707" y="92337"/>
                  </a:lnTo>
                  <a:lnTo>
                    <a:pt x="2863984" y="81213"/>
                  </a:lnTo>
                  <a:lnTo>
                    <a:pt x="2816068" y="70683"/>
                  </a:lnTo>
                  <a:lnTo>
                    <a:pt x="2767964" y="60751"/>
                  </a:lnTo>
                  <a:lnTo>
                    <a:pt x="2719676" y="51419"/>
                  </a:lnTo>
                  <a:lnTo>
                    <a:pt x="2671209" y="42691"/>
                  </a:lnTo>
                  <a:lnTo>
                    <a:pt x="2622567" y="34570"/>
                  </a:lnTo>
                  <a:lnTo>
                    <a:pt x="2573755" y="27061"/>
                  </a:lnTo>
                  <a:lnTo>
                    <a:pt x="2524778" y="20165"/>
                  </a:lnTo>
                  <a:lnTo>
                    <a:pt x="2475641" y="13886"/>
                  </a:lnTo>
                  <a:lnTo>
                    <a:pt x="2426347" y="8228"/>
                  </a:lnTo>
                  <a:lnTo>
                    <a:pt x="2376901" y="3193"/>
                  </a:lnTo>
                  <a:lnTo>
                    <a:pt x="2367331" y="3193"/>
                  </a:lnTo>
                  <a:lnTo>
                    <a:pt x="2360975" y="0"/>
                  </a:lnTo>
                  <a:close/>
                </a:path>
              </a:pathLst>
            </a:custGeom>
            <a:solidFill>
              <a:srgbClr val="FAA106">
                <a:alpha val="34999"/>
              </a:srgbClr>
            </a:solidFill>
          </p:spPr>
          <p:txBody>
            <a:bodyPr wrap="square" lIns="0" tIns="0" rIns="0" bIns="0" rtlCol="0"/>
            <a:lstStyle/>
            <a:p>
              <a:pPr defTabSz="554492"/>
              <a:endParaRPr sz="1092" kern="0">
                <a:solidFill>
                  <a:sysClr val="windowText" lastClr="000000"/>
                </a:solidFill>
              </a:endParaRPr>
            </a:p>
          </p:txBody>
        </p:sp>
      </p:grpSp>
    </p:spTree>
    <p:extLst>
      <p:ext uri="{BB962C8B-B14F-4D97-AF65-F5344CB8AC3E}">
        <p14:creationId xmlns:p14="http://schemas.microsoft.com/office/powerpoint/2010/main" val="1724017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884942" y="1358994"/>
            <a:ext cx="3598296" cy="550600"/>
          </a:xfrm>
        </p:spPr>
        <p:txBody>
          <a:bodyPr lIns="0" tIns="0" rIns="0" bIns="0"/>
          <a:lstStyle>
            <a:lvl1pPr>
              <a:defRPr sz="3578" b="0" i="0">
                <a:solidFill>
                  <a:srgbClr val="1C1C1C"/>
                </a:solidFill>
                <a:latin typeface="Arial Black"/>
                <a:cs typeface="Arial Black"/>
              </a:defRPr>
            </a:lvl1pPr>
          </a:lstStyle>
          <a:p>
            <a:endParaRPr/>
          </a:p>
        </p:txBody>
      </p:sp>
      <p:sp>
        <p:nvSpPr>
          <p:cNvPr id="3" name="Holder 3"/>
          <p:cNvSpPr>
            <a:spLocks noGrp="1"/>
          </p:cNvSpPr>
          <p:nvPr>
            <p:ph type="body" idx="1"/>
          </p:nvPr>
        </p:nvSpPr>
        <p:spPr>
          <a:xfrm>
            <a:off x="1878589" y="2855731"/>
            <a:ext cx="8435817" cy="275332"/>
          </a:xfrm>
        </p:spPr>
        <p:txBody>
          <a:bodyPr lIns="0" tIns="0" rIns="0" bIns="0"/>
          <a:lstStyle>
            <a:lvl1pPr>
              <a:defRPr sz="1789"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6/29/2026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extLst>
      <p:ext uri="{BB962C8B-B14F-4D97-AF65-F5344CB8AC3E}">
        <p14:creationId xmlns:p14="http://schemas.microsoft.com/office/powerpoint/2010/main" val="638215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D204A0-A7A4-D78D-1619-7F7051FF87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5B7DF6B-A5D9-A9EF-FA8E-3E76588B84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FE9876D-5B46-D2D7-CD9E-EF615D5F25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AF9016-B4C6-493F-9865-4D60D3B1F83F}" type="datetimeFigureOut">
              <a:rPr lang="en-US" smtClean="0"/>
              <a:t>6/29/2026</a:t>
            </a:fld>
            <a:endParaRPr lang="en-US"/>
          </a:p>
        </p:txBody>
      </p:sp>
      <p:sp>
        <p:nvSpPr>
          <p:cNvPr id="5" name="Footer Placeholder 4">
            <a:extLst>
              <a:ext uri="{FF2B5EF4-FFF2-40B4-BE49-F238E27FC236}">
                <a16:creationId xmlns:a16="http://schemas.microsoft.com/office/drawing/2014/main" id="{9D8DE062-33E8-A0F4-E1F6-90A369EF61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3D59A96-DDF6-EA2F-269D-B9C833251B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48E682-AC4A-46D0-B01D-A0C6A4918323}" type="slidenum">
              <a:rPr lang="en-US" smtClean="0"/>
              <a:t>‹#›</a:t>
            </a:fld>
            <a:endParaRPr lang="en-US"/>
          </a:p>
        </p:txBody>
      </p:sp>
    </p:spTree>
    <p:extLst>
      <p:ext uri="{BB962C8B-B14F-4D97-AF65-F5344CB8AC3E}">
        <p14:creationId xmlns:p14="http://schemas.microsoft.com/office/powerpoint/2010/main" val="73391275"/>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97"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18.xml"/><Relationship Id="rId5" Type="http://schemas.openxmlformats.org/officeDocument/2006/relationships/chart" Target="../charts/chart7.xml"/><Relationship Id="rId4" Type="http://schemas.openxmlformats.org/officeDocument/2006/relationships/chart" Target="../charts/char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29574F9-A7D1-050D-AAF0-201D931AC6B9}"/>
              </a:ext>
            </a:extLst>
          </p:cNvPr>
          <p:cNvSpPr>
            <a:spLocks noGrp="1"/>
          </p:cNvSpPr>
          <p:nvPr>
            <p:ph type="subTitle" idx="1"/>
          </p:nvPr>
        </p:nvSpPr>
        <p:spPr/>
        <p:txBody>
          <a:bodyPr/>
          <a:lstStyle/>
          <a:p>
            <a:r>
              <a:rPr lang="en-US" dirty="0">
                <a:latin typeface="Arial" panose="020B0604020202020204" pitchFamily="34" charset="0"/>
                <a:cs typeface="Arial" panose="020B0604020202020204" pitchFamily="34" charset="0"/>
              </a:rPr>
              <a:t>DOCUMENT TITLE SET ACROSS 1 OR 2 LINES</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1464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9D4CF-1BE1-A23E-89E9-3C6E5C1E3F11}"/>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Section Title Set Across 1 or 2 Lines</a:t>
            </a:r>
            <a:endParaRPr lang="en-US" dirty="0">
              <a:solidFill>
                <a:srgbClr val="EF6E23"/>
              </a:solidFill>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E5DEEB27-3D24-CBEA-78FD-7E1EFD255FF7}"/>
              </a:ext>
            </a:extLst>
          </p:cNvPr>
          <p:cNvSpPr>
            <a:spLocks noGrp="1"/>
          </p:cNvSpPr>
          <p:nvPr>
            <p:ph type="body" sz="quarter" idx="13"/>
          </p:nvPr>
        </p:nvSpPr>
        <p:spPr/>
        <p:txBody>
          <a:bodyPr/>
          <a:lstStyle/>
          <a:p>
            <a:pPr marL="0" lvl="0" indent="0">
              <a:lnSpc>
                <a:spcPct val="130000"/>
              </a:lnSpc>
              <a:spcBef>
                <a:spcPts val="0"/>
              </a:spcBef>
              <a:defRPr/>
            </a:pPr>
            <a:r>
              <a:rPr lang="en-US" sz="1800" kern="0" spc="80" dirty="0">
                <a:solidFill>
                  <a:schemeClr val="tx1">
                    <a:lumMod val="50000"/>
                    <a:lumOff val="50000"/>
                  </a:schemeClr>
                </a:solidFill>
                <a:latin typeface="Arial" panose="020B0604020202020204" pitchFamily="34" charset="0"/>
                <a:cs typeface="Arial" panose="020B0604020202020204" pitchFamily="34" charset="0"/>
              </a:rPr>
              <a:t>SECTION TITLE</a:t>
            </a:r>
          </a:p>
          <a:p>
            <a:pPr marL="0" lvl="1" indent="0">
              <a:lnSpc>
                <a:spcPct val="130000"/>
              </a:lnSpc>
              <a:spcBef>
                <a:spcPts val="0"/>
              </a:spcBef>
              <a:buNone/>
              <a:tabLst>
                <a:tab pos="400050" algn="l"/>
                <a:tab pos="4576763" algn="r"/>
              </a:tabLst>
              <a:defRPr/>
            </a:pPr>
            <a:r>
              <a:rPr lang="en-US" sz="1600" kern="0" spc="80" dirty="0">
                <a:solidFill>
                  <a:schemeClr val="tx1">
                    <a:lumMod val="50000"/>
                    <a:lumOff val="50000"/>
                  </a:schemeClr>
                </a:solidFill>
                <a:latin typeface="Arial" panose="020B0604020202020204" pitchFamily="34" charset="0"/>
                <a:cs typeface="Arial" panose="020B0604020202020204" pitchFamily="34" charset="0"/>
              </a:rPr>
              <a:t>01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Nobit</a:t>
            </a:r>
            <a:r>
              <a:rPr lang="en-US" sz="1600" kern="0" spc="80" dirty="0">
                <a:solidFill>
                  <a:schemeClr val="tx1">
                    <a:lumMod val="50000"/>
                    <a:lumOff val="50000"/>
                  </a:schemeClr>
                </a:solidFill>
                <a:latin typeface="Arial" panose="020B0604020202020204" pitchFamily="34" charset="0"/>
                <a:cs typeface="Arial" panose="020B0604020202020204" pitchFamily="34" charset="0"/>
              </a:rPr>
              <a:t>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dolessus</a:t>
            </a:r>
            <a:r>
              <a:rPr lang="en-US" sz="1600" kern="0" spc="80" dirty="0">
                <a:solidFill>
                  <a:schemeClr val="tx1">
                    <a:lumMod val="50000"/>
                    <a:lumOff val="50000"/>
                  </a:schemeClr>
                </a:solidFill>
                <a:latin typeface="Arial" panose="020B0604020202020204" pitchFamily="34" charset="0"/>
                <a:cs typeface="Arial" panose="020B0604020202020204" pitchFamily="34" charset="0"/>
              </a:rPr>
              <a:t>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sequi</a:t>
            </a:r>
            <a:br>
              <a:rPr lang="en-US" sz="1600" kern="0" spc="80" dirty="0">
                <a:solidFill>
                  <a:schemeClr val="tx1">
                    <a:lumMod val="50000"/>
                    <a:lumOff val="50000"/>
                  </a:schemeClr>
                </a:solidFill>
                <a:latin typeface="Arial" panose="020B0604020202020204" pitchFamily="34" charset="0"/>
                <a:cs typeface="Arial" panose="020B0604020202020204" pitchFamily="34" charset="0"/>
              </a:rPr>
            </a:br>
            <a:r>
              <a:rPr lang="en-US" sz="1600" kern="0" spc="80" dirty="0">
                <a:solidFill>
                  <a:schemeClr val="tx1">
                    <a:lumMod val="50000"/>
                    <a:lumOff val="50000"/>
                  </a:schemeClr>
                </a:solidFill>
                <a:latin typeface="Arial" panose="020B0604020202020204" pitchFamily="34" charset="0"/>
                <a:cs typeface="Arial" panose="020B0604020202020204" pitchFamily="34" charset="0"/>
              </a:rPr>
              <a:t>04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Ommlorest</a:t>
            </a:r>
            <a:r>
              <a:rPr lang="en-US" sz="1600" kern="0" spc="80" dirty="0">
                <a:solidFill>
                  <a:schemeClr val="tx1">
                    <a:lumMod val="50000"/>
                    <a:lumOff val="50000"/>
                  </a:schemeClr>
                </a:solidFill>
                <a:latin typeface="Arial" panose="020B0604020202020204" pitchFamily="34" charset="0"/>
                <a:cs typeface="Arial" panose="020B0604020202020204" pitchFamily="34" charset="0"/>
              </a:rPr>
              <a:t>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eum</a:t>
            </a:r>
            <a:br>
              <a:rPr lang="en-US" sz="1600" kern="0" spc="80" dirty="0">
                <a:solidFill>
                  <a:schemeClr val="tx1">
                    <a:lumMod val="50000"/>
                    <a:lumOff val="50000"/>
                  </a:schemeClr>
                </a:solidFill>
                <a:latin typeface="Arial" panose="020B0604020202020204" pitchFamily="34" charset="0"/>
                <a:cs typeface="Arial" panose="020B0604020202020204" pitchFamily="34" charset="0"/>
              </a:rPr>
            </a:br>
            <a:r>
              <a:rPr lang="en-US" sz="1600" kern="0" spc="80" dirty="0">
                <a:solidFill>
                  <a:schemeClr val="tx1">
                    <a:lumMod val="50000"/>
                    <a:lumOff val="50000"/>
                  </a:schemeClr>
                </a:solidFill>
                <a:latin typeface="Arial" panose="020B0604020202020204" pitchFamily="34" charset="0"/>
                <a:cs typeface="Arial" panose="020B0604020202020204" pitchFamily="34" charset="0"/>
              </a:rPr>
              <a:t>07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Suntianisi</a:t>
            </a:r>
            <a:r>
              <a:rPr lang="en-US" sz="1600" kern="0" spc="80" dirty="0">
                <a:solidFill>
                  <a:schemeClr val="tx1">
                    <a:lumMod val="50000"/>
                    <a:lumOff val="50000"/>
                  </a:schemeClr>
                </a:solidFill>
                <a:latin typeface="Arial" panose="020B0604020202020204" pitchFamily="34" charset="0"/>
                <a:cs typeface="Arial" panose="020B0604020202020204" pitchFamily="34" charset="0"/>
              </a:rPr>
              <a:t>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doluptam</a:t>
            </a:r>
            <a:br>
              <a:rPr lang="en-US" sz="1600" kern="0" spc="80" dirty="0">
                <a:solidFill>
                  <a:schemeClr val="tx1">
                    <a:lumMod val="50000"/>
                    <a:lumOff val="50000"/>
                  </a:schemeClr>
                </a:solidFill>
                <a:latin typeface="Arial" panose="020B0604020202020204" pitchFamily="34" charset="0"/>
                <a:cs typeface="Arial" panose="020B0604020202020204" pitchFamily="34" charset="0"/>
              </a:rPr>
            </a:br>
            <a:r>
              <a:rPr lang="en-US" sz="1600" kern="0" spc="80" dirty="0">
                <a:solidFill>
                  <a:schemeClr val="tx1">
                    <a:lumMod val="50000"/>
                    <a:lumOff val="50000"/>
                  </a:schemeClr>
                </a:solidFill>
                <a:latin typeface="Arial" panose="020B0604020202020204" pitchFamily="34" charset="0"/>
                <a:cs typeface="Arial" panose="020B0604020202020204" pitchFamily="34" charset="0"/>
              </a:rPr>
              <a:t>22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Ipsandam</a:t>
            </a:r>
            <a:br>
              <a:rPr lang="en-US" sz="1600" kern="0" spc="80" dirty="0">
                <a:solidFill>
                  <a:schemeClr val="tx1">
                    <a:lumMod val="50000"/>
                    <a:lumOff val="50000"/>
                  </a:schemeClr>
                </a:solidFill>
                <a:latin typeface="Arial" panose="020B0604020202020204" pitchFamily="34" charset="0"/>
                <a:cs typeface="Arial" panose="020B0604020202020204" pitchFamily="34" charset="0"/>
              </a:rPr>
            </a:br>
            <a:r>
              <a:rPr lang="en-US" sz="1600" kern="0" spc="80" dirty="0">
                <a:solidFill>
                  <a:schemeClr val="tx1">
                    <a:lumMod val="50000"/>
                    <a:lumOff val="50000"/>
                  </a:schemeClr>
                </a:solidFill>
                <a:latin typeface="Arial" panose="020B0604020202020204" pitchFamily="34" charset="0"/>
                <a:cs typeface="Arial" panose="020B0604020202020204" pitchFamily="34" charset="0"/>
              </a:rPr>
              <a:t>12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Conemporum</a:t>
            </a:r>
            <a:br>
              <a:rPr lang="en-US" sz="1600" kern="0" spc="80" dirty="0">
                <a:solidFill>
                  <a:schemeClr val="tx1">
                    <a:lumMod val="50000"/>
                    <a:lumOff val="50000"/>
                  </a:schemeClr>
                </a:solidFill>
                <a:latin typeface="Arial" panose="020B0604020202020204" pitchFamily="34" charset="0"/>
                <a:cs typeface="Arial" panose="020B0604020202020204" pitchFamily="34" charset="0"/>
              </a:rPr>
            </a:br>
            <a:r>
              <a:rPr lang="en-US" sz="1600" kern="0" spc="80" dirty="0">
                <a:solidFill>
                  <a:schemeClr val="tx1">
                    <a:lumMod val="50000"/>
                    <a:lumOff val="50000"/>
                  </a:schemeClr>
                </a:solidFill>
                <a:latin typeface="Arial" panose="020B0604020202020204" pitchFamily="34" charset="0"/>
                <a:cs typeface="Arial" panose="020B0604020202020204" pitchFamily="34" charset="0"/>
              </a:rPr>
              <a:t>15	Eum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andicatu</a:t>
            </a:r>
            <a:br>
              <a:rPr lang="en-US" sz="1600" kern="0" spc="80" dirty="0">
                <a:solidFill>
                  <a:schemeClr val="tx1">
                    <a:lumMod val="50000"/>
                    <a:lumOff val="50000"/>
                  </a:schemeClr>
                </a:solidFill>
                <a:latin typeface="Arial" panose="020B0604020202020204" pitchFamily="34" charset="0"/>
                <a:cs typeface="Arial" panose="020B0604020202020204" pitchFamily="34" charset="0"/>
              </a:rPr>
            </a:br>
            <a:r>
              <a:rPr lang="en-US" sz="1600" kern="0" spc="80" dirty="0">
                <a:solidFill>
                  <a:schemeClr val="tx1">
                    <a:lumMod val="50000"/>
                    <a:lumOff val="50000"/>
                  </a:schemeClr>
                </a:solidFill>
                <a:latin typeface="Arial" panose="020B0604020202020204" pitchFamily="34" charset="0"/>
                <a:cs typeface="Arial" panose="020B0604020202020204" pitchFamily="34" charset="0"/>
              </a:rPr>
              <a:t>20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Suntianisi</a:t>
            </a:r>
            <a:r>
              <a:rPr lang="en-US" sz="1600" kern="0" spc="80" dirty="0">
                <a:solidFill>
                  <a:schemeClr val="tx1">
                    <a:lumMod val="50000"/>
                    <a:lumOff val="50000"/>
                  </a:schemeClr>
                </a:solidFill>
                <a:latin typeface="Arial" panose="020B0604020202020204" pitchFamily="34" charset="0"/>
                <a:cs typeface="Arial" panose="020B0604020202020204" pitchFamily="34" charset="0"/>
              </a:rPr>
              <a:t>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doluptam</a:t>
            </a:r>
            <a:r>
              <a:rPr lang="en-US" sz="1600" kern="0" spc="80" dirty="0">
                <a:solidFill>
                  <a:schemeClr val="tx1">
                    <a:lumMod val="50000"/>
                    <a:lumOff val="50000"/>
                  </a:schemeClr>
                </a:solidFill>
                <a:latin typeface="Arial" panose="020B0604020202020204" pitchFamily="34" charset="0"/>
                <a:cs typeface="Arial" panose="020B0604020202020204" pitchFamily="34" charset="0"/>
              </a:rPr>
              <a:t>	</a:t>
            </a:r>
          </a:p>
        </p:txBody>
      </p:sp>
      <p:sp>
        <p:nvSpPr>
          <p:cNvPr id="4" name="Text Placeholder 3">
            <a:extLst>
              <a:ext uri="{FF2B5EF4-FFF2-40B4-BE49-F238E27FC236}">
                <a16:creationId xmlns:a16="http://schemas.microsoft.com/office/drawing/2014/main" id="{B74856DD-D3C6-3483-DC41-2B5E9DE05131}"/>
              </a:ext>
            </a:extLst>
          </p:cNvPr>
          <p:cNvSpPr>
            <a:spLocks noGrp="1"/>
          </p:cNvSpPr>
          <p:nvPr>
            <p:ph type="body" sz="quarter" idx="14"/>
          </p:nvPr>
        </p:nvSpPr>
        <p:spPr/>
        <p:txBody>
          <a:bodyPr/>
          <a:lstStyle/>
          <a:p>
            <a:pPr marL="0" lvl="0" indent="0">
              <a:lnSpc>
                <a:spcPct val="130000"/>
              </a:lnSpc>
              <a:spcBef>
                <a:spcPts val="0"/>
              </a:spcBef>
              <a:defRPr/>
            </a:pPr>
            <a:r>
              <a:rPr lang="en-US" sz="1800" kern="0" spc="80" dirty="0">
                <a:solidFill>
                  <a:schemeClr val="tx1">
                    <a:lumMod val="50000"/>
                    <a:lumOff val="50000"/>
                  </a:schemeClr>
                </a:solidFill>
                <a:latin typeface="Arial" panose="020B0604020202020204" pitchFamily="34" charset="0"/>
                <a:cs typeface="Arial" panose="020B0604020202020204" pitchFamily="34" charset="0"/>
              </a:rPr>
              <a:t>SECTION TITLE</a:t>
            </a:r>
          </a:p>
          <a:p>
            <a:pPr marL="0" lvl="1" indent="0">
              <a:lnSpc>
                <a:spcPct val="130000"/>
              </a:lnSpc>
              <a:spcBef>
                <a:spcPts val="0"/>
              </a:spcBef>
              <a:buNone/>
              <a:tabLst>
                <a:tab pos="400050" algn="l"/>
                <a:tab pos="4576763" algn="r"/>
              </a:tabLst>
              <a:defRPr/>
            </a:pPr>
            <a:r>
              <a:rPr lang="en-US" sz="1600" kern="0" spc="80" dirty="0">
                <a:solidFill>
                  <a:schemeClr val="tx1">
                    <a:lumMod val="50000"/>
                    <a:lumOff val="50000"/>
                  </a:schemeClr>
                </a:solidFill>
                <a:latin typeface="Arial" panose="020B0604020202020204" pitchFamily="34" charset="0"/>
                <a:cs typeface="Arial" panose="020B0604020202020204" pitchFamily="34" charset="0"/>
              </a:rPr>
              <a:t>01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Nobit</a:t>
            </a:r>
            <a:r>
              <a:rPr lang="en-US" sz="1600" kern="0" spc="80" dirty="0">
                <a:solidFill>
                  <a:schemeClr val="tx1">
                    <a:lumMod val="50000"/>
                    <a:lumOff val="50000"/>
                  </a:schemeClr>
                </a:solidFill>
                <a:latin typeface="Arial" panose="020B0604020202020204" pitchFamily="34" charset="0"/>
                <a:cs typeface="Arial" panose="020B0604020202020204" pitchFamily="34" charset="0"/>
              </a:rPr>
              <a:t>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dolessus</a:t>
            </a:r>
            <a:r>
              <a:rPr lang="en-US" sz="1600" kern="0" spc="80" dirty="0">
                <a:solidFill>
                  <a:schemeClr val="tx1">
                    <a:lumMod val="50000"/>
                    <a:lumOff val="50000"/>
                  </a:schemeClr>
                </a:solidFill>
                <a:latin typeface="Arial" panose="020B0604020202020204" pitchFamily="34" charset="0"/>
                <a:cs typeface="Arial" panose="020B0604020202020204" pitchFamily="34" charset="0"/>
              </a:rPr>
              <a:t>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sequi</a:t>
            </a:r>
            <a:br>
              <a:rPr lang="en-US" sz="1600" kern="0" spc="80" dirty="0">
                <a:solidFill>
                  <a:schemeClr val="tx1">
                    <a:lumMod val="50000"/>
                    <a:lumOff val="50000"/>
                  </a:schemeClr>
                </a:solidFill>
                <a:latin typeface="Arial" panose="020B0604020202020204" pitchFamily="34" charset="0"/>
                <a:cs typeface="Arial" panose="020B0604020202020204" pitchFamily="34" charset="0"/>
              </a:rPr>
            </a:br>
            <a:r>
              <a:rPr lang="en-US" sz="1600" kern="0" spc="80" dirty="0">
                <a:solidFill>
                  <a:schemeClr val="tx1">
                    <a:lumMod val="50000"/>
                    <a:lumOff val="50000"/>
                  </a:schemeClr>
                </a:solidFill>
                <a:latin typeface="Arial" panose="020B0604020202020204" pitchFamily="34" charset="0"/>
                <a:cs typeface="Arial" panose="020B0604020202020204" pitchFamily="34" charset="0"/>
              </a:rPr>
              <a:t>04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Ommlorest</a:t>
            </a:r>
            <a:r>
              <a:rPr lang="en-US" sz="1600" kern="0" spc="80" dirty="0">
                <a:solidFill>
                  <a:schemeClr val="tx1">
                    <a:lumMod val="50000"/>
                    <a:lumOff val="50000"/>
                  </a:schemeClr>
                </a:solidFill>
                <a:latin typeface="Arial" panose="020B0604020202020204" pitchFamily="34" charset="0"/>
                <a:cs typeface="Arial" panose="020B0604020202020204" pitchFamily="34" charset="0"/>
              </a:rPr>
              <a:t>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eum</a:t>
            </a:r>
            <a:br>
              <a:rPr lang="en-US" sz="1600" kern="0" spc="80" dirty="0">
                <a:solidFill>
                  <a:schemeClr val="tx1">
                    <a:lumMod val="50000"/>
                    <a:lumOff val="50000"/>
                  </a:schemeClr>
                </a:solidFill>
                <a:latin typeface="Arial" panose="020B0604020202020204" pitchFamily="34" charset="0"/>
                <a:cs typeface="Arial" panose="020B0604020202020204" pitchFamily="34" charset="0"/>
              </a:rPr>
            </a:br>
            <a:r>
              <a:rPr lang="en-US" sz="1600" kern="0" spc="80" dirty="0">
                <a:solidFill>
                  <a:schemeClr val="tx1">
                    <a:lumMod val="50000"/>
                    <a:lumOff val="50000"/>
                  </a:schemeClr>
                </a:solidFill>
                <a:latin typeface="Arial" panose="020B0604020202020204" pitchFamily="34" charset="0"/>
                <a:cs typeface="Arial" panose="020B0604020202020204" pitchFamily="34" charset="0"/>
              </a:rPr>
              <a:t>07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Suntianisi</a:t>
            </a:r>
            <a:r>
              <a:rPr lang="en-US" sz="1600" kern="0" spc="80" dirty="0">
                <a:solidFill>
                  <a:schemeClr val="tx1">
                    <a:lumMod val="50000"/>
                    <a:lumOff val="50000"/>
                  </a:schemeClr>
                </a:solidFill>
                <a:latin typeface="Arial" panose="020B0604020202020204" pitchFamily="34" charset="0"/>
                <a:cs typeface="Arial" panose="020B0604020202020204" pitchFamily="34" charset="0"/>
              </a:rPr>
              <a:t>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doluptam</a:t>
            </a:r>
            <a:br>
              <a:rPr lang="en-US" sz="1600" kern="0" spc="80" dirty="0">
                <a:solidFill>
                  <a:schemeClr val="tx1">
                    <a:lumMod val="50000"/>
                    <a:lumOff val="50000"/>
                  </a:schemeClr>
                </a:solidFill>
                <a:latin typeface="Arial" panose="020B0604020202020204" pitchFamily="34" charset="0"/>
                <a:cs typeface="Arial" panose="020B0604020202020204" pitchFamily="34" charset="0"/>
              </a:rPr>
            </a:br>
            <a:r>
              <a:rPr lang="en-US" sz="1600" kern="0" spc="80" dirty="0">
                <a:solidFill>
                  <a:schemeClr val="tx1">
                    <a:lumMod val="50000"/>
                    <a:lumOff val="50000"/>
                  </a:schemeClr>
                </a:solidFill>
                <a:latin typeface="Arial" panose="020B0604020202020204" pitchFamily="34" charset="0"/>
                <a:cs typeface="Arial" panose="020B0604020202020204" pitchFamily="34" charset="0"/>
              </a:rPr>
              <a:t>22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Ipsandam</a:t>
            </a:r>
            <a:br>
              <a:rPr lang="en-US" sz="1600" kern="0" spc="80" dirty="0">
                <a:solidFill>
                  <a:schemeClr val="tx1">
                    <a:lumMod val="50000"/>
                    <a:lumOff val="50000"/>
                  </a:schemeClr>
                </a:solidFill>
                <a:latin typeface="Arial" panose="020B0604020202020204" pitchFamily="34" charset="0"/>
                <a:cs typeface="Arial" panose="020B0604020202020204" pitchFamily="34" charset="0"/>
              </a:rPr>
            </a:br>
            <a:r>
              <a:rPr lang="en-US" sz="1600" kern="0" spc="80" dirty="0">
                <a:solidFill>
                  <a:schemeClr val="tx1">
                    <a:lumMod val="50000"/>
                    <a:lumOff val="50000"/>
                  </a:schemeClr>
                </a:solidFill>
                <a:latin typeface="Arial" panose="020B0604020202020204" pitchFamily="34" charset="0"/>
                <a:cs typeface="Arial" panose="020B0604020202020204" pitchFamily="34" charset="0"/>
              </a:rPr>
              <a:t>12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Conemporum</a:t>
            </a:r>
            <a:br>
              <a:rPr lang="en-US" sz="1600" kern="0" spc="80" dirty="0">
                <a:solidFill>
                  <a:schemeClr val="tx1">
                    <a:lumMod val="50000"/>
                    <a:lumOff val="50000"/>
                  </a:schemeClr>
                </a:solidFill>
                <a:latin typeface="Arial" panose="020B0604020202020204" pitchFamily="34" charset="0"/>
                <a:cs typeface="Arial" panose="020B0604020202020204" pitchFamily="34" charset="0"/>
              </a:rPr>
            </a:br>
            <a:r>
              <a:rPr lang="en-US" sz="1600" kern="0" spc="80" dirty="0">
                <a:solidFill>
                  <a:schemeClr val="tx1">
                    <a:lumMod val="50000"/>
                    <a:lumOff val="50000"/>
                  </a:schemeClr>
                </a:solidFill>
                <a:latin typeface="Arial" panose="020B0604020202020204" pitchFamily="34" charset="0"/>
                <a:cs typeface="Arial" panose="020B0604020202020204" pitchFamily="34" charset="0"/>
              </a:rPr>
              <a:t>15	Eum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andicatu</a:t>
            </a:r>
            <a:br>
              <a:rPr lang="en-US" sz="1600" kern="0" spc="80" dirty="0">
                <a:solidFill>
                  <a:schemeClr val="tx1">
                    <a:lumMod val="50000"/>
                    <a:lumOff val="50000"/>
                  </a:schemeClr>
                </a:solidFill>
                <a:latin typeface="Arial" panose="020B0604020202020204" pitchFamily="34" charset="0"/>
                <a:cs typeface="Arial" panose="020B0604020202020204" pitchFamily="34" charset="0"/>
              </a:rPr>
            </a:br>
            <a:r>
              <a:rPr lang="en-US" sz="1600" kern="0" spc="80" dirty="0">
                <a:solidFill>
                  <a:schemeClr val="tx1">
                    <a:lumMod val="50000"/>
                    <a:lumOff val="50000"/>
                  </a:schemeClr>
                </a:solidFill>
                <a:latin typeface="Arial" panose="020B0604020202020204" pitchFamily="34" charset="0"/>
                <a:cs typeface="Arial" panose="020B0604020202020204" pitchFamily="34" charset="0"/>
              </a:rPr>
              <a:t>20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Suntianisi</a:t>
            </a:r>
            <a:r>
              <a:rPr lang="en-US" sz="1600" kern="0" spc="80" dirty="0">
                <a:solidFill>
                  <a:schemeClr val="tx1">
                    <a:lumMod val="50000"/>
                    <a:lumOff val="50000"/>
                  </a:schemeClr>
                </a:solidFill>
                <a:latin typeface="Arial" panose="020B0604020202020204" pitchFamily="34" charset="0"/>
                <a:cs typeface="Arial" panose="020B0604020202020204" pitchFamily="34" charset="0"/>
              </a:rPr>
              <a:t> </a:t>
            </a:r>
            <a:r>
              <a:rPr lang="en-US" sz="1600" kern="0" spc="80" dirty="0" err="1">
                <a:solidFill>
                  <a:schemeClr val="tx1">
                    <a:lumMod val="50000"/>
                    <a:lumOff val="50000"/>
                  </a:schemeClr>
                </a:solidFill>
                <a:latin typeface="Arial" panose="020B0604020202020204" pitchFamily="34" charset="0"/>
                <a:cs typeface="Arial" panose="020B0604020202020204" pitchFamily="34" charset="0"/>
              </a:rPr>
              <a:t>doluptam</a:t>
            </a:r>
            <a:r>
              <a:rPr lang="en-US" sz="1600" kern="0" spc="80" dirty="0">
                <a:solidFill>
                  <a:schemeClr val="tx1">
                    <a:lumMod val="50000"/>
                    <a:lumOff val="50000"/>
                  </a:schemeClr>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573647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B7AA80-4DBA-1404-880D-EAB1D3944B1A}"/>
              </a:ext>
            </a:extLst>
          </p:cNvPr>
          <p:cNvSpPr>
            <a:spLocks noGrp="1"/>
          </p:cNvSpPr>
          <p:nvPr>
            <p:ph type="body" idx="1"/>
          </p:nvPr>
        </p:nvSpPr>
        <p:spPr/>
        <p:txBody>
          <a:bodyPr/>
          <a:lstStyle/>
          <a:p>
            <a:r>
              <a:rPr lang="en-US" sz="1800" kern="0" spc="80" dirty="0">
                <a:solidFill>
                  <a:schemeClr val="tx1">
                    <a:lumMod val="50000"/>
                    <a:lumOff val="50000"/>
                  </a:schemeClr>
                </a:solidFill>
                <a:latin typeface="Arial" panose="020B0604020202020204" pitchFamily="34" charset="0"/>
                <a:ea typeface="Open Sans" panose="020B0606030504020204" pitchFamily="34" charset="0"/>
                <a:cs typeface="Arial" panose="020B0604020202020204" pitchFamily="34" charset="0"/>
              </a:rPr>
              <a:t>Supporting</a:t>
            </a:r>
            <a:r>
              <a:rPr lang="en-US" sz="1800" spc="80" dirty="0">
                <a:solidFill>
                  <a:schemeClr val="tx1">
                    <a:lumMod val="50000"/>
                    <a:lumOff val="50000"/>
                  </a:schemeClr>
                </a:solidFill>
                <a:latin typeface="Arial" panose="020B0604020202020204" pitchFamily="34" charset="0"/>
                <a:ea typeface="Open Sans" panose="020B0606030504020204" pitchFamily="34" charset="0"/>
                <a:cs typeface="Arial" panose="020B0604020202020204" pitchFamily="34" charset="0"/>
              </a:rPr>
              <a:t> content outlining the following section</a:t>
            </a:r>
          </a:p>
          <a:p>
            <a:endParaRPr lang="en-US" dirty="0">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75FE2864-C6A6-7B13-7243-16D726B88BBF}"/>
              </a:ext>
            </a:extLst>
          </p:cNvPr>
          <p:cNvSpPr>
            <a:spLocks noGrp="1"/>
          </p:cNvSpPr>
          <p:nvPr>
            <p:ph type="title"/>
          </p:nvPr>
        </p:nvSpPr>
        <p:spPr>
          <a:xfrm>
            <a:off x="838200" y="365125"/>
            <a:ext cx="10515600" cy="1048039"/>
          </a:xfrm>
        </p:spPr>
        <p:txBody>
          <a:bodyPr/>
          <a:lstStyle/>
          <a:p>
            <a:r>
              <a:rPr lang="en-US" dirty="0">
                <a:latin typeface="Arial" panose="020B0604020202020204" pitchFamily="34" charset="0"/>
                <a:cs typeface="Arial" panose="020B0604020202020204" pitchFamily="34" charset="0"/>
              </a:rPr>
              <a:t>Section Title Set Across 1 or 2 Lines</a:t>
            </a:r>
          </a:p>
        </p:txBody>
      </p:sp>
    </p:spTree>
    <p:extLst>
      <p:ext uri="{BB962C8B-B14F-4D97-AF65-F5344CB8AC3E}">
        <p14:creationId xmlns:p14="http://schemas.microsoft.com/office/powerpoint/2010/main" val="3250881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DB0BE8-0B61-D9C2-0A40-ED68F61ED34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Section Title Set Across 1 or 2 Lines</a:t>
            </a:r>
          </a:p>
        </p:txBody>
      </p:sp>
      <p:sp>
        <p:nvSpPr>
          <p:cNvPr id="7" name="Text Placeholder 1">
            <a:extLst>
              <a:ext uri="{FF2B5EF4-FFF2-40B4-BE49-F238E27FC236}">
                <a16:creationId xmlns:a16="http://schemas.microsoft.com/office/drawing/2014/main" id="{93C4F06C-F6DF-EF5E-0B15-5B83E5C85BBA}"/>
              </a:ext>
            </a:extLst>
          </p:cNvPr>
          <p:cNvSpPr>
            <a:spLocks noGrp="1"/>
          </p:cNvSpPr>
          <p:nvPr>
            <p:ph type="body" idx="1"/>
          </p:nvPr>
        </p:nvSpPr>
        <p:spPr>
          <a:xfrm>
            <a:off x="831850" y="1941343"/>
            <a:ext cx="10515600" cy="4148308"/>
          </a:xfrm>
        </p:spPr>
        <p:txBody>
          <a:bodyPr/>
          <a:lstStyle/>
          <a:p>
            <a:r>
              <a:rPr lang="en-US" sz="1800" kern="0" spc="80" dirty="0">
                <a:solidFill>
                  <a:schemeClr val="bg1"/>
                </a:solidFill>
                <a:latin typeface="Arial" panose="020B0604020202020204" pitchFamily="34" charset="0"/>
                <a:ea typeface="Open Sans" panose="020B0606030504020204" pitchFamily="34" charset="0"/>
                <a:cs typeface="Arial" panose="020B0604020202020204" pitchFamily="34" charset="0"/>
              </a:rPr>
              <a:t>Supporting</a:t>
            </a:r>
            <a:r>
              <a:rPr lang="en-US" sz="1800" spc="80" dirty="0">
                <a:solidFill>
                  <a:schemeClr val="bg1"/>
                </a:solidFill>
                <a:latin typeface="Arial" panose="020B0604020202020204" pitchFamily="34" charset="0"/>
                <a:ea typeface="Open Sans" panose="020B0606030504020204" pitchFamily="34" charset="0"/>
                <a:cs typeface="Arial" panose="020B0604020202020204" pitchFamily="34" charset="0"/>
              </a:rPr>
              <a:t> content outlining the following section</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3760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C880FE-AF55-376E-6B72-4DCCFD678533}"/>
              </a:ext>
            </a:extLst>
          </p:cNvPr>
          <p:cNvSpPr>
            <a:spLocks noGrp="1"/>
          </p:cNvSpPr>
          <p:nvPr>
            <p:ph type="body" idx="1"/>
          </p:nvPr>
        </p:nvSpPr>
        <p:spPr/>
        <p:txBody>
          <a:bodyPr/>
          <a:lstStyle/>
          <a:p>
            <a:pPr marL="285750" indent="-285750">
              <a:buFont typeface="Arial" panose="020B0604020202020204" pitchFamily="34" charset="0"/>
              <a:buChar char="•"/>
            </a:pPr>
            <a:r>
              <a:rPr lang="en-US" sz="1800" kern="0" spc="80" dirty="0">
                <a:solidFill>
                  <a:schemeClr val="bg1"/>
                </a:solidFill>
                <a:latin typeface="Arial" panose="020B0604020202020204" pitchFamily="34" charset="0"/>
                <a:ea typeface="Open Sans" panose="020B0606030504020204" pitchFamily="34" charset="0"/>
                <a:cs typeface="Arial" panose="020B0604020202020204" pitchFamily="34" charset="0"/>
              </a:rPr>
              <a:t>Supporting</a:t>
            </a:r>
            <a:r>
              <a:rPr lang="en-US" sz="1800" spc="80" dirty="0">
                <a:solidFill>
                  <a:schemeClr val="bg1"/>
                </a:solidFill>
                <a:latin typeface="Arial" panose="020B0604020202020204" pitchFamily="34" charset="0"/>
                <a:ea typeface="Open Sans" panose="020B0606030504020204" pitchFamily="34" charset="0"/>
                <a:cs typeface="Arial" panose="020B0604020202020204" pitchFamily="34" charset="0"/>
              </a:rPr>
              <a:t> content outlining the following section</a:t>
            </a:r>
          </a:p>
          <a:p>
            <a:endParaRPr lang="en-US" dirty="0">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68264289-B613-B582-E537-B0E6F361949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Section Title Set Across 1 or 2 Lines</a:t>
            </a:r>
          </a:p>
        </p:txBody>
      </p:sp>
      <p:sp>
        <p:nvSpPr>
          <p:cNvPr id="4" name="Text Placeholder 3">
            <a:extLst>
              <a:ext uri="{FF2B5EF4-FFF2-40B4-BE49-F238E27FC236}">
                <a16:creationId xmlns:a16="http://schemas.microsoft.com/office/drawing/2014/main" id="{59B4234E-41CD-6E2A-A11F-352046EBB0BC}"/>
              </a:ext>
            </a:extLst>
          </p:cNvPr>
          <p:cNvSpPr>
            <a:spLocks noGrp="1"/>
          </p:cNvSpPr>
          <p:nvPr>
            <p:ph type="body" idx="11"/>
          </p:nvPr>
        </p:nvSpPr>
        <p:spPr/>
        <p:txBody>
          <a:bodyPr/>
          <a:lstStyle/>
          <a:p>
            <a:pPr marL="285750" indent="-285750">
              <a:buFont typeface="Arial" panose="020B0604020202020204" pitchFamily="34" charset="0"/>
              <a:buChar char="•"/>
            </a:pPr>
            <a:r>
              <a:rPr lang="en-US" sz="1800" kern="0" spc="80" dirty="0">
                <a:solidFill>
                  <a:schemeClr val="bg1"/>
                </a:solidFill>
                <a:latin typeface="Arial" panose="020B0604020202020204" pitchFamily="34" charset="0"/>
                <a:ea typeface="Open Sans" panose="020B0606030504020204" pitchFamily="34" charset="0"/>
                <a:cs typeface="Arial" panose="020B0604020202020204" pitchFamily="34" charset="0"/>
              </a:rPr>
              <a:t>Supporting</a:t>
            </a:r>
            <a:r>
              <a:rPr lang="en-US" sz="1800" spc="80" dirty="0">
                <a:solidFill>
                  <a:schemeClr val="bg1"/>
                </a:solidFill>
                <a:latin typeface="Arial" panose="020B0604020202020204" pitchFamily="34" charset="0"/>
                <a:ea typeface="Open Sans" panose="020B0606030504020204" pitchFamily="34" charset="0"/>
                <a:cs typeface="Arial" panose="020B0604020202020204" pitchFamily="34" charset="0"/>
              </a:rPr>
              <a:t> content outlining the following section</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9057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C3766-8434-E9F9-4479-D71C2097A36D}"/>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Section Title Set Across 1 or 2 Lines</a:t>
            </a:r>
          </a:p>
        </p:txBody>
      </p:sp>
      <p:sp>
        <p:nvSpPr>
          <p:cNvPr id="3" name="Picture Placeholder 2">
            <a:extLst>
              <a:ext uri="{FF2B5EF4-FFF2-40B4-BE49-F238E27FC236}">
                <a16:creationId xmlns:a16="http://schemas.microsoft.com/office/drawing/2014/main" id="{B64E8E49-68B0-5210-95F1-0B53843D05E3}"/>
              </a:ext>
            </a:extLst>
          </p:cNvPr>
          <p:cNvSpPr>
            <a:spLocks noGrp="1"/>
          </p:cNvSpPr>
          <p:nvPr>
            <p:ph type="pic" sz="quarter" idx="4294967295"/>
          </p:nvPr>
        </p:nvSpPr>
        <p:spPr>
          <a:xfrm>
            <a:off x="838200" y="2138363"/>
            <a:ext cx="3213100" cy="2349500"/>
          </a:xfrm>
          <a:solidFill>
            <a:schemeClr val="accent4">
              <a:lumMod val="20000"/>
              <a:lumOff val="80000"/>
            </a:schemeClr>
          </a:solidFill>
          <a:ln>
            <a:solidFill>
              <a:srgbClr val="F26E21"/>
            </a:solidFill>
          </a:ln>
        </p:spPr>
        <p:txBody>
          <a:bodyPr/>
          <a:lstStyle/>
          <a:p>
            <a:endParaRPr lang="en-US">
              <a:latin typeface="Arial" panose="020B0604020202020204" pitchFamily="34" charset="0"/>
              <a:cs typeface="Arial" panose="020B0604020202020204" pitchFamily="34" charset="0"/>
            </a:endParaRPr>
          </a:p>
        </p:txBody>
      </p:sp>
      <p:sp>
        <p:nvSpPr>
          <p:cNvPr id="4" name="Picture Placeholder 3">
            <a:extLst>
              <a:ext uri="{FF2B5EF4-FFF2-40B4-BE49-F238E27FC236}">
                <a16:creationId xmlns:a16="http://schemas.microsoft.com/office/drawing/2014/main" id="{2ED255BC-7B83-33BD-45C9-D5E2A9796FF9}"/>
              </a:ext>
            </a:extLst>
          </p:cNvPr>
          <p:cNvSpPr>
            <a:spLocks noGrp="1"/>
          </p:cNvSpPr>
          <p:nvPr>
            <p:ph type="pic" sz="quarter" idx="12"/>
          </p:nvPr>
        </p:nvSpPr>
        <p:spPr/>
        <p:txBody>
          <a:bodyPr/>
          <a:lstStyle/>
          <a:p>
            <a:endParaRPr lang="en-US">
              <a:latin typeface="Arial" panose="020B0604020202020204" pitchFamily="34" charset="0"/>
              <a:cs typeface="Arial" panose="020B0604020202020204" pitchFamily="34" charset="0"/>
            </a:endParaRPr>
          </a:p>
        </p:txBody>
      </p:sp>
      <p:sp>
        <p:nvSpPr>
          <p:cNvPr id="5" name="Picture Placeholder 4">
            <a:extLst>
              <a:ext uri="{FF2B5EF4-FFF2-40B4-BE49-F238E27FC236}">
                <a16:creationId xmlns:a16="http://schemas.microsoft.com/office/drawing/2014/main" id="{7F434282-B39D-270D-225F-25BAA9EC9DB8}"/>
              </a:ext>
            </a:extLst>
          </p:cNvPr>
          <p:cNvSpPr>
            <a:spLocks noGrp="1"/>
          </p:cNvSpPr>
          <p:nvPr>
            <p:ph type="pic" sz="quarter" idx="13"/>
          </p:nvPr>
        </p:nvSpPr>
        <p:spPr/>
        <p:txBody>
          <a:bodyPr/>
          <a:lstStyle/>
          <a:p>
            <a:endParaRPr lang="en-US">
              <a:latin typeface="Arial" panose="020B0604020202020204" pitchFamily="34" charset="0"/>
              <a:cs typeface="Arial" panose="020B0604020202020204" pitchFamily="34" charset="0"/>
            </a:endParaRPr>
          </a:p>
        </p:txBody>
      </p:sp>
      <p:sp>
        <p:nvSpPr>
          <p:cNvPr id="6" name="Text Placeholder 5">
            <a:extLst>
              <a:ext uri="{FF2B5EF4-FFF2-40B4-BE49-F238E27FC236}">
                <a16:creationId xmlns:a16="http://schemas.microsoft.com/office/drawing/2014/main" id="{6F8D9161-C594-B74E-5F4F-246ED80F3CF2}"/>
              </a:ext>
            </a:extLst>
          </p:cNvPr>
          <p:cNvSpPr>
            <a:spLocks noGrp="1"/>
          </p:cNvSpPr>
          <p:nvPr>
            <p:ph type="body" sz="quarter" idx="14"/>
          </p:nvPr>
        </p:nvSpPr>
        <p:spPr/>
        <p:txBody>
          <a:bodyPr>
            <a:normAutofit/>
          </a:bodyPr>
          <a:lstStyle/>
          <a:p>
            <a:r>
              <a:rPr lang="en-US" sz="1600" b="0" kern="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Supporting</a:t>
            </a:r>
            <a:r>
              <a:rPr lang="en-US" sz="1600" b="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 content outlining the following section</a:t>
            </a:r>
          </a:p>
          <a:p>
            <a:endParaRPr lang="en-US" sz="1600" b="0" dirty="0">
              <a:latin typeface="Arial" panose="020B0604020202020204" pitchFamily="34" charset="0"/>
              <a:cs typeface="Arial" panose="020B0604020202020204" pitchFamily="34" charset="0"/>
            </a:endParaRPr>
          </a:p>
        </p:txBody>
      </p:sp>
      <p:sp>
        <p:nvSpPr>
          <p:cNvPr id="7" name="Text Placeholder 6">
            <a:extLst>
              <a:ext uri="{FF2B5EF4-FFF2-40B4-BE49-F238E27FC236}">
                <a16:creationId xmlns:a16="http://schemas.microsoft.com/office/drawing/2014/main" id="{7749996D-4CA0-0E9C-1690-F0ED4DC11D12}"/>
              </a:ext>
            </a:extLst>
          </p:cNvPr>
          <p:cNvSpPr>
            <a:spLocks noGrp="1"/>
          </p:cNvSpPr>
          <p:nvPr>
            <p:ph type="body" sz="quarter" idx="15"/>
          </p:nvPr>
        </p:nvSpPr>
        <p:spPr/>
        <p:txBody>
          <a:bodyPr>
            <a:normAutofit/>
          </a:bodyPr>
          <a:lstStyle/>
          <a:p>
            <a:r>
              <a:rPr lang="en-US" sz="1600" b="0" kern="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Supporting</a:t>
            </a:r>
            <a:r>
              <a:rPr lang="en-US" sz="1600" b="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 content outlining the following section</a:t>
            </a:r>
          </a:p>
          <a:p>
            <a:endParaRPr lang="en-US" sz="1600" b="0" dirty="0">
              <a:latin typeface="Arial" panose="020B060402020202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E58C61CC-467B-6C3B-FFC7-5C6FA17025AB}"/>
              </a:ext>
            </a:extLst>
          </p:cNvPr>
          <p:cNvSpPr>
            <a:spLocks noGrp="1"/>
          </p:cNvSpPr>
          <p:nvPr>
            <p:ph type="body" sz="quarter" idx="16"/>
          </p:nvPr>
        </p:nvSpPr>
        <p:spPr/>
        <p:txBody>
          <a:bodyPr>
            <a:normAutofit/>
          </a:bodyPr>
          <a:lstStyle/>
          <a:p>
            <a:r>
              <a:rPr lang="en-US" sz="1600" b="0" kern="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Supporting</a:t>
            </a:r>
            <a:r>
              <a:rPr lang="en-US" sz="1600" b="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 content outlining the following section</a:t>
            </a:r>
          </a:p>
          <a:p>
            <a:endParaRPr lang="en-US" sz="1600" b="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2436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69C00-7391-4CCE-F8C8-F7A7A86FE83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Section Title Set Across 1 or 2 Lines</a:t>
            </a:r>
          </a:p>
        </p:txBody>
      </p:sp>
      <p:sp>
        <p:nvSpPr>
          <p:cNvPr id="3" name="Picture Placeholder 2">
            <a:extLst>
              <a:ext uri="{FF2B5EF4-FFF2-40B4-BE49-F238E27FC236}">
                <a16:creationId xmlns:a16="http://schemas.microsoft.com/office/drawing/2014/main" id="{0D1F31A8-D3E8-C622-9164-71D5B9D62E76}"/>
              </a:ext>
            </a:extLst>
          </p:cNvPr>
          <p:cNvSpPr>
            <a:spLocks noGrp="1"/>
          </p:cNvSpPr>
          <p:nvPr>
            <p:ph type="pic" sz="quarter" idx="11"/>
          </p:nvPr>
        </p:nvSpPr>
        <p:spPr/>
        <p:txBody>
          <a:bodyPr/>
          <a:lstStyle/>
          <a:p>
            <a:endParaRPr lang="en-US"/>
          </a:p>
        </p:txBody>
      </p:sp>
      <p:sp>
        <p:nvSpPr>
          <p:cNvPr id="4" name="Text Placeholder 3">
            <a:extLst>
              <a:ext uri="{FF2B5EF4-FFF2-40B4-BE49-F238E27FC236}">
                <a16:creationId xmlns:a16="http://schemas.microsoft.com/office/drawing/2014/main" id="{9E532582-A6FE-FBCB-34F8-689E3EC12443}"/>
              </a:ext>
            </a:extLst>
          </p:cNvPr>
          <p:cNvSpPr>
            <a:spLocks noGrp="1"/>
          </p:cNvSpPr>
          <p:nvPr>
            <p:ph type="body" sz="quarter" idx="14"/>
          </p:nvPr>
        </p:nvSpPr>
        <p:spPr/>
        <p:txBody>
          <a:bodyPr>
            <a:normAutofit/>
          </a:bodyPr>
          <a:lstStyle/>
          <a:p>
            <a:r>
              <a:rPr lang="en-US" sz="1600" b="0" kern="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Supporting</a:t>
            </a:r>
            <a:r>
              <a:rPr lang="en-US" sz="1600" b="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 content outlining the following section</a:t>
            </a:r>
          </a:p>
          <a:p>
            <a:endParaRPr lang="en-US" sz="1600" b="0" dirty="0">
              <a:latin typeface="Arial" panose="020B0604020202020204" pitchFamily="34" charset="0"/>
              <a:cs typeface="Arial" panose="020B0604020202020204" pitchFamily="34" charset="0"/>
            </a:endParaRPr>
          </a:p>
        </p:txBody>
      </p:sp>
      <p:sp>
        <p:nvSpPr>
          <p:cNvPr id="5" name="Picture Placeholder 4">
            <a:extLst>
              <a:ext uri="{FF2B5EF4-FFF2-40B4-BE49-F238E27FC236}">
                <a16:creationId xmlns:a16="http://schemas.microsoft.com/office/drawing/2014/main" id="{141BDC1E-F4D3-D31F-1E07-F930ED0C1CD0}"/>
              </a:ext>
            </a:extLst>
          </p:cNvPr>
          <p:cNvSpPr>
            <a:spLocks noGrp="1"/>
          </p:cNvSpPr>
          <p:nvPr>
            <p:ph type="pic" sz="quarter" idx="17"/>
          </p:nvPr>
        </p:nvSpPr>
        <p:spPr/>
        <p:txBody>
          <a:bodyPr/>
          <a:lstStyle/>
          <a:p>
            <a:endParaRPr lang="en-US"/>
          </a:p>
        </p:txBody>
      </p:sp>
      <p:sp>
        <p:nvSpPr>
          <p:cNvPr id="6" name="Picture Placeholder 5">
            <a:extLst>
              <a:ext uri="{FF2B5EF4-FFF2-40B4-BE49-F238E27FC236}">
                <a16:creationId xmlns:a16="http://schemas.microsoft.com/office/drawing/2014/main" id="{FA0111F6-6E7C-0060-24BF-128BAC31B9B1}"/>
              </a:ext>
            </a:extLst>
          </p:cNvPr>
          <p:cNvSpPr>
            <a:spLocks noGrp="1"/>
          </p:cNvSpPr>
          <p:nvPr>
            <p:ph type="pic" sz="quarter" idx="18"/>
          </p:nvPr>
        </p:nvSpPr>
        <p:spPr/>
        <p:txBody>
          <a:bodyPr/>
          <a:lstStyle/>
          <a:p>
            <a:endParaRPr lang="en-US"/>
          </a:p>
        </p:txBody>
      </p:sp>
      <p:sp>
        <p:nvSpPr>
          <p:cNvPr id="7" name="Picture Placeholder 6">
            <a:extLst>
              <a:ext uri="{FF2B5EF4-FFF2-40B4-BE49-F238E27FC236}">
                <a16:creationId xmlns:a16="http://schemas.microsoft.com/office/drawing/2014/main" id="{DA7778EC-4D31-5FBB-A2F6-ACB3AD6F4C32}"/>
              </a:ext>
            </a:extLst>
          </p:cNvPr>
          <p:cNvSpPr>
            <a:spLocks noGrp="1"/>
          </p:cNvSpPr>
          <p:nvPr>
            <p:ph type="pic" sz="quarter" idx="19"/>
          </p:nvPr>
        </p:nvSpPr>
        <p:spPr/>
        <p:txBody>
          <a:bodyPr/>
          <a:lstStyle/>
          <a:p>
            <a:endParaRPr lang="en-US"/>
          </a:p>
        </p:txBody>
      </p:sp>
      <p:sp>
        <p:nvSpPr>
          <p:cNvPr id="8" name="Text Placeholder 7">
            <a:extLst>
              <a:ext uri="{FF2B5EF4-FFF2-40B4-BE49-F238E27FC236}">
                <a16:creationId xmlns:a16="http://schemas.microsoft.com/office/drawing/2014/main" id="{040D1808-AC2D-FF3D-0A46-5F87DE3FF92D}"/>
              </a:ext>
            </a:extLst>
          </p:cNvPr>
          <p:cNvSpPr>
            <a:spLocks noGrp="1"/>
          </p:cNvSpPr>
          <p:nvPr>
            <p:ph type="body" sz="quarter" idx="20"/>
          </p:nvPr>
        </p:nvSpPr>
        <p:spPr/>
        <p:txBody>
          <a:bodyPr>
            <a:normAutofit/>
          </a:bodyPr>
          <a:lstStyle/>
          <a:p>
            <a:r>
              <a:rPr lang="en-US" sz="1600" b="0" kern="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Supporting</a:t>
            </a:r>
            <a:r>
              <a:rPr lang="en-US" sz="1600" b="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 content outlining the following section</a:t>
            </a:r>
          </a:p>
          <a:p>
            <a:endParaRPr lang="en-US" sz="1600" b="0" dirty="0">
              <a:latin typeface="Arial" panose="020B0604020202020204" pitchFamily="34" charset="0"/>
              <a:cs typeface="Arial" panose="020B0604020202020204" pitchFamily="34" charset="0"/>
            </a:endParaRPr>
          </a:p>
        </p:txBody>
      </p:sp>
      <p:sp>
        <p:nvSpPr>
          <p:cNvPr id="9" name="Text Placeholder 8">
            <a:extLst>
              <a:ext uri="{FF2B5EF4-FFF2-40B4-BE49-F238E27FC236}">
                <a16:creationId xmlns:a16="http://schemas.microsoft.com/office/drawing/2014/main" id="{D245BC70-FDE8-8C8D-E4CD-8FBD717DCC95}"/>
              </a:ext>
            </a:extLst>
          </p:cNvPr>
          <p:cNvSpPr>
            <a:spLocks noGrp="1"/>
          </p:cNvSpPr>
          <p:nvPr>
            <p:ph type="body" sz="quarter" idx="21"/>
          </p:nvPr>
        </p:nvSpPr>
        <p:spPr/>
        <p:txBody>
          <a:bodyPr>
            <a:normAutofit/>
          </a:bodyPr>
          <a:lstStyle/>
          <a:p>
            <a:r>
              <a:rPr lang="en-US" sz="1600" b="0" kern="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Supporting</a:t>
            </a:r>
            <a:r>
              <a:rPr lang="en-US" sz="1600" b="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 content outlining the following section</a:t>
            </a:r>
          </a:p>
          <a:p>
            <a:endParaRPr lang="en-US" sz="1600" b="0" dirty="0">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7940EA53-0BBF-31D5-91EB-6B848159E548}"/>
              </a:ext>
            </a:extLst>
          </p:cNvPr>
          <p:cNvSpPr>
            <a:spLocks noGrp="1"/>
          </p:cNvSpPr>
          <p:nvPr>
            <p:ph type="body" sz="quarter" idx="22"/>
          </p:nvPr>
        </p:nvSpPr>
        <p:spPr/>
        <p:txBody>
          <a:bodyPr>
            <a:normAutofit/>
          </a:bodyPr>
          <a:lstStyle/>
          <a:p>
            <a:r>
              <a:rPr lang="en-US" sz="1600" b="0" kern="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Supporting</a:t>
            </a:r>
            <a:r>
              <a:rPr lang="en-US" sz="1600" b="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 content outlining the following section</a:t>
            </a:r>
          </a:p>
          <a:p>
            <a:endParaRPr lang="en-US" sz="1600" b="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7477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CF4FADD-7AAC-F980-7201-558A93F8E20D}"/>
              </a:ext>
            </a:extLst>
          </p:cNvPr>
          <p:cNvSpPr>
            <a:spLocks noGrp="1"/>
          </p:cNvSpPr>
          <p:nvPr>
            <p:ph type="body" sz="quarter" idx="14"/>
          </p:nvPr>
        </p:nvSpPr>
        <p:spPr>
          <a:ln>
            <a:solidFill>
              <a:srgbClr val="F9A216"/>
            </a:solidFill>
          </a:ln>
        </p:spPr>
        <p:txBody>
          <a:bodyPr>
            <a:normAutofit/>
          </a:bodyPr>
          <a:lstStyle/>
          <a:p>
            <a:pPr>
              <a:lnSpc>
                <a:spcPct val="130000"/>
              </a:lnSpc>
            </a:pPr>
            <a:r>
              <a:rPr lang="en-US" sz="1800" b="0" kern="0" dirty="0">
                <a:latin typeface="Arial" panose="020B0604020202020204" pitchFamily="34" charset="0"/>
                <a:cs typeface="Arial" panose="020B0604020202020204" pitchFamily="34" charset="0"/>
              </a:rPr>
              <a:t>HEADLINE CONTENT</a:t>
            </a:r>
          </a:p>
          <a:p>
            <a:pPr>
              <a:lnSpc>
                <a:spcPct val="130000"/>
              </a:lnSpc>
            </a:pPr>
            <a:r>
              <a:rPr lang="en-US" sz="4000" b="0" dirty="0">
                <a:solidFill>
                  <a:srgbClr val="EF6E23"/>
                </a:solidFill>
                <a:latin typeface="Arial" panose="020B0604020202020204" pitchFamily="34" charset="0"/>
                <a:cs typeface="Arial" panose="020B0604020202020204" pitchFamily="34" charset="0"/>
              </a:rPr>
              <a:t>7,456</a:t>
            </a:r>
          </a:p>
          <a:p>
            <a:pPr>
              <a:lnSpc>
                <a:spcPct val="130000"/>
              </a:lnSpc>
            </a:pPr>
            <a:r>
              <a:rPr lang="en-US" sz="1800" b="0" dirty="0">
                <a:solidFill>
                  <a:srgbClr val="EF6E23"/>
                </a:solidFill>
                <a:latin typeface="Arial" panose="020B0604020202020204" pitchFamily="34" charset="0"/>
                <a:cs typeface="Arial" panose="020B0604020202020204" pitchFamily="34" charset="0"/>
              </a:rPr>
              <a:t>SEP 15</a:t>
            </a:r>
          </a:p>
          <a:p>
            <a:endParaRPr lang="en-US" sz="1800" b="0" dirty="0">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C944AC8F-FE86-EE1D-1466-36CA335AFF44}"/>
              </a:ext>
            </a:extLst>
          </p:cNvPr>
          <p:cNvSpPr>
            <a:spLocks noGrp="1"/>
          </p:cNvSpPr>
          <p:nvPr>
            <p:ph type="body" sz="quarter" idx="20"/>
          </p:nvPr>
        </p:nvSpPr>
        <p:spPr>
          <a:ln>
            <a:solidFill>
              <a:srgbClr val="F9A216"/>
            </a:solidFill>
          </a:ln>
        </p:spPr>
        <p:txBody>
          <a:bodyPr>
            <a:normAutofit/>
          </a:bodyPr>
          <a:lstStyle/>
          <a:p>
            <a:pPr>
              <a:lnSpc>
                <a:spcPct val="130000"/>
              </a:lnSpc>
            </a:pPr>
            <a:r>
              <a:rPr lang="en-US" sz="1800" b="0" kern="0" dirty="0">
                <a:latin typeface="Arial" panose="020B0604020202020204" pitchFamily="34" charset="0"/>
                <a:cs typeface="Arial" panose="020B0604020202020204" pitchFamily="34" charset="0"/>
              </a:rPr>
              <a:t>HEADLINE CONTENT</a:t>
            </a:r>
          </a:p>
          <a:p>
            <a:pPr>
              <a:lnSpc>
                <a:spcPct val="130000"/>
              </a:lnSpc>
            </a:pPr>
            <a:r>
              <a:rPr lang="en-US" sz="4000" b="0" dirty="0">
                <a:solidFill>
                  <a:srgbClr val="EF6E23"/>
                </a:solidFill>
                <a:latin typeface="Arial" panose="020B0604020202020204" pitchFamily="34" charset="0"/>
                <a:cs typeface="Arial" panose="020B0604020202020204" pitchFamily="34" charset="0"/>
              </a:rPr>
              <a:t>7,456</a:t>
            </a:r>
          </a:p>
          <a:p>
            <a:pPr>
              <a:lnSpc>
                <a:spcPct val="130000"/>
              </a:lnSpc>
            </a:pPr>
            <a:r>
              <a:rPr lang="en-US" sz="1800" b="0" dirty="0">
                <a:solidFill>
                  <a:srgbClr val="EF6E23"/>
                </a:solidFill>
                <a:latin typeface="Arial" panose="020B0604020202020204" pitchFamily="34" charset="0"/>
                <a:cs typeface="Arial" panose="020B0604020202020204" pitchFamily="34" charset="0"/>
              </a:rPr>
              <a:t>SEP 15</a:t>
            </a:r>
          </a:p>
        </p:txBody>
      </p:sp>
      <p:sp>
        <p:nvSpPr>
          <p:cNvPr id="5" name="Text Placeholder 4">
            <a:extLst>
              <a:ext uri="{FF2B5EF4-FFF2-40B4-BE49-F238E27FC236}">
                <a16:creationId xmlns:a16="http://schemas.microsoft.com/office/drawing/2014/main" id="{7305B366-4B2A-3919-84E5-99FBEB3ACE08}"/>
              </a:ext>
            </a:extLst>
          </p:cNvPr>
          <p:cNvSpPr>
            <a:spLocks noGrp="1"/>
          </p:cNvSpPr>
          <p:nvPr>
            <p:ph type="body" sz="quarter" idx="21"/>
          </p:nvPr>
        </p:nvSpPr>
        <p:spPr>
          <a:ln>
            <a:solidFill>
              <a:srgbClr val="F9A216"/>
            </a:solidFill>
          </a:ln>
        </p:spPr>
        <p:txBody>
          <a:bodyPr>
            <a:normAutofit/>
          </a:bodyPr>
          <a:lstStyle/>
          <a:p>
            <a:pPr>
              <a:lnSpc>
                <a:spcPct val="130000"/>
              </a:lnSpc>
            </a:pPr>
            <a:r>
              <a:rPr lang="en-US" sz="1800" b="0" kern="0" dirty="0">
                <a:latin typeface="Arial" panose="020B0604020202020204" pitchFamily="34" charset="0"/>
                <a:cs typeface="Arial" panose="020B0604020202020204" pitchFamily="34" charset="0"/>
              </a:rPr>
              <a:t>HEADLINE CONTENT</a:t>
            </a:r>
          </a:p>
          <a:p>
            <a:pPr>
              <a:lnSpc>
                <a:spcPct val="130000"/>
              </a:lnSpc>
            </a:pPr>
            <a:r>
              <a:rPr lang="en-US" sz="4000" b="0" dirty="0">
                <a:solidFill>
                  <a:srgbClr val="EF6E23"/>
                </a:solidFill>
                <a:latin typeface="Arial" panose="020B0604020202020204" pitchFamily="34" charset="0"/>
                <a:cs typeface="Arial" panose="020B0604020202020204" pitchFamily="34" charset="0"/>
              </a:rPr>
              <a:t>7,456</a:t>
            </a:r>
          </a:p>
          <a:p>
            <a:pPr>
              <a:lnSpc>
                <a:spcPct val="130000"/>
              </a:lnSpc>
            </a:pPr>
            <a:r>
              <a:rPr lang="en-US" sz="1800" b="0" dirty="0">
                <a:solidFill>
                  <a:srgbClr val="EF6E23"/>
                </a:solidFill>
                <a:latin typeface="Arial" panose="020B0604020202020204" pitchFamily="34" charset="0"/>
                <a:cs typeface="Arial" panose="020B0604020202020204" pitchFamily="34" charset="0"/>
              </a:rPr>
              <a:t>SEP 15</a:t>
            </a:r>
          </a:p>
          <a:p>
            <a:endParaRPr lang="en-US" sz="1800" b="0" dirty="0">
              <a:latin typeface="Arial" panose="020B0604020202020204" pitchFamily="34" charset="0"/>
              <a:cs typeface="Arial" panose="020B0604020202020204" pitchFamily="34" charset="0"/>
            </a:endParaRPr>
          </a:p>
        </p:txBody>
      </p:sp>
      <p:sp>
        <p:nvSpPr>
          <p:cNvPr id="6" name="Text Placeholder 5">
            <a:extLst>
              <a:ext uri="{FF2B5EF4-FFF2-40B4-BE49-F238E27FC236}">
                <a16:creationId xmlns:a16="http://schemas.microsoft.com/office/drawing/2014/main" id="{63DF4DA5-9434-5D10-716D-1A3899EB982E}"/>
              </a:ext>
            </a:extLst>
          </p:cNvPr>
          <p:cNvSpPr>
            <a:spLocks noGrp="1"/>
          </p:cNvSpPr>
          <p:nvPr>
            <p:ph type="body" sz="quarter" idx="22"/>
          </p:nvPr>
        </p:nvSpPr>
        <p:spPr>
          <a:ln>
            <a:solidFill>
              <a:srgbClr val="F9A216"/>
            </a:solidFill>
          </a:ln>
        </p:spPr>
        <p:txBody>
          <a:bodyPr>
            <a:normAutofit/>
          </a:bodyPr>
          <a:lstStyle/>
          <a:p>
            <a:pPr>
              <a:lnSpc>
                <a:spcPct val="130000"/>
              </a:lnSpc>
            </a:pPr>
            <a:r>
              <a:rPr lang="en-US" sz="1800" b="0" kern="0" dirty="0">
                <a:latin typeface="Arial" panose="020B0604020202020204" pitchFamily="34" charset="0"/>
                <a:cs typeface="Arial" panose="020B0604020202020204" pitchFamily="34" charset="0"/>
              </a:rPr>
              <a:t>HEADLINE CONTENT</a:t>
            </a:r>
          </a:p>
          <a:p>
            <a:pPr>
              <a:lnSpc>
                <a:spcPct val="130000"/>
              </a:lnSpc>
            </a:pPr>
            <a:r>
              <a:rPr lang="en-US" sz="4000" b="0" dirty="0">
                <a:solidFill>
                  <a:srgbClr val="EF6E23"/>
                </a:solidFill>
                <a:latin typeface="Arial" panose="020B0604020202020204" pitchFamily="34" charset="0"/>
                <a:cs typeface="Arial" panose="020B0604020202020204" pitchFamily="34" charset="0"/>
              </a:rPr>
              <a:t>7,456</a:t>
            </a:r>
          </a:p>
          <a:p>
            <a:pPr>
              <a:lnSpc>
                <a:spcPct val="130000"/>
              </a:lnSpc>
            </a:pPr>
            <a:r>
              <a:rPr lang="en-US" sz="1800" b="0" dirty="0">
                <a:solidFill>
                  <a:srgbClr val="EF6E23"/>
                </a:solidFill>
                <a:latin typeface="Arial" panose="020B0604020202020204" pitchFamily="34" charset="0"/>
                <a:cs typeface="Arial" panose="020B0604020202020204" pitchFamily="34" charset="0"/>
              </a:rPr>
              <a:t>SEP 15</a:t>
            </a:r>
          </a:p>
          <a:p>
            <a:endParaRPr lang="en-US" sz="1800" b="0" dirty="0">
              <a:latin typeface="Arial" panose="020B0604020202020204" pitchFamily="34" charset="0"/>
              <a:cs typeface="Arial" panose="020B0604020202020204" pitchFamily="34" charset="0"/>
            </a:endParaRPr>
          </a:p>
        </p:txBody>
      </p:sp>
      <p:sp>
        <p:nvSpPr>
          <p:cNvPr id="9" name="Title 1">
            <a:extLst>
              <a:ext uri="{FF2B5EF4-FFF2-40B4-BE49-F238E27FC236}">
                <a16:creationId xmlns:a16="http://schemas.microsoft.com/office/drawing/2014/main" id="{F76732D5-0338-EB97-0BBC-DC808511C10F}"/>
              </a:ext>
            </a:extLst>
          </p:cNvPr>
          <p:cNvSpPr>
            <a:spLocks noGrp="1"/>
          </p:cNvSpPr>
          <p:nvPr>
            <p:ph type="title"/>
          </p:nvPr>
        </p:nvSpPr>
        <p:spPr>
          <a:xfrm>
            <a:off x="838200" y="365125"/>
            <a:ext cx="10515600" cy="1048039"/>
          </a:xfrm>
        </p:spPr>
        <p:txBody>
          <a:bodyPr/>
          <a:lstStyle/>
          <a:p>
            <a:r>
              <a:rPr lang="en-US" dirty="0">
                <a:latin typeface="Arial" panose="020B0604020202020204" pitchFamily="34" charset="0"/>
                <a:cs typeface="Arial" panose="020B0604020202020204" pitchFamily="34" charset="0"/>
              </a:rPr>
              <a:t>Section Title Set Across 1 or 2 Lines</a:t>
            </a:r>
          </a:p>
        </p:txBody>
      </p:sp>
      <p:sp>
        <p:nvSpPr>
          <p:cNvPr id="2" name="Text Placeholder 4">
            <a:extLst>
              <a:ext uri="{FF2B5EF4-FFF2-40B4-BE49-F238E27FC236}">
                <a16:creationId xmlns:a16="http://schemas.microsoft.com/office/drawing/2014/main" id="{CE58DDD3-192F-43E4-C9F4-E8275F925E16}"/>
              </a:ext>
            </a:extLst>
          </p:cNvPr>
          <p:cNvSpPr txBox="1">
            <a:spLocks/>
          </p:cNvSpPr>
          <p:nvPr/>
        </p:nvSpPr>
        <p:spPr>
          <a:xfrm>
            <a:off x="838200" y="1801813"/>
            <a:ext cx="7570788" cy="9001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01821" eaLnBrk="0" hangingPunct="0">
              <a:buNone/>
            </a:pPr>
            <a:r>
              <a:rPr lang="en-US" sz="1800" kern="0" spc="80" dirty="0">
                <a:latin typeface="Arial" panose="020B0604020202020204" pitchFamily="34" charset="0"/>
                <a:cs typeface="Arial" panose="020B0604020202020204" pitchFamily="34" charset="0"/>
              </a:rPr>
              <a:t>Supporting Content Headline</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4390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dia Placeholder 3">
            <a:extLst>
              <a:ext uri="{FF2B5EF4-FFF2-40B4-BE49-F238E27FC236}">
                <a16:creationId xmlns:a16="http://schemas.microsoft.com/office/drawing/2014/main" id="{385E0698-96CA-5DD9-6272-33674423D638}"/>
              </a:ext>
            </a:extLst>
          </p:cNvPr>
          <p:cNvSpPr>
            <a:spLocks noGrp="1"/>
          </p:cNvSpPr>
          <p:nvPr>
            <p:ph type="media" sz="quarter" idx="16"/>
          </p:nvPr>
        </p:nvSpPr>
        <p:spPr/>
        <p:txBody>
          <a:bodyPr/>
          <a:lstStyle/>
          <a:p>
            <a:endParaRPr lang="en-US"/>
          </a:p>
        </p:txBody>
      </p:sp>
      <p:sp>
        <p:nvSpPr>
          <p:cNvPr id="8" name="Text Placeholder 3">
            <a:extLst>
              <a:ext uri="{FF2B5EF4-FFF2-40B4-BE49-F238E27FC236}">
                <a16:creationId xmlns:a16="http://schemas.microsoft.com/office/drawing/2014/main" id="{76741653-D2E0-970F-05AF-E2164458A5AC}"/>
              </a:ext>
            </a:extLst>
          </p:cNvPr>
          <p:cNvSpPr txBox="1">
            <a:spLocks/>
          </p:cNvSpPr>
          <p:nvPr/>
        </p:nvSpPr>
        <p:spPr>
          <a:xfrm>
            <a:off x="3505200" y="5818188"/>
            <a:ext cx="4974771" cy="10398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kern="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Supporting</a:t>
            </a:r>
            <a:r>
              <a:rPr lang="en-US" sz="180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 content outlining the following section</a:t>
            </a:r>
          </a:p>
        </p:txBody>
      </p:sp>
      <p:sp>
        <p:nvSpPr>
          <p:cNvPr id="15" name="Title 1">
            <a:extLst>
              <a:ext uri="{FF2B5EF4-FFF2-40B4-BE49-F238E27FC236}">
                <a16:creationId xmlns:a16="http://schemas.microsoft.com/office/drawing/2014/main" id="{126395EA-2322-A28E-03D9-C30F59F35FD5}"/>
              </a:ext>
            </a:extLst>
          </p:cNvPr>
          <p:cNvSpPr>
            <a:spLocks noGrp="1"/>
          </p:cNvSpPr>
          <p:nvPr>
            <p:ph type="title"/>
          </p:nvPr>
        </p:nvSpPr>
        <p:spPr>
          <a:xfrm>
            <a:off x="838200" y="365125"/>
            <a:ext cx="10515600" cy="1048039"/>
          </a:xfrm>
        </p:spPr>
        <p:txBody>
          <a:bodyPr/>
          <a:lstStyle/>
          <a:p>
            <a:r>
              <a:rPr lang="en-US" sz="3500" dirty="0">
                <a:latin typeface="Arial" panose="020B0604020202020204" pitchFamily="34" charset="0"/>
                <a:cs typeface="Arial" panose="020B0604020202020204" pitchFamily="34" charset="0"/>
              </a:rPr>
              <a:t>Section Title Set Across 1 or 2 Lines</a:t>
            </a:r>
          </a:p>
        </p:txBody>
      </p:sp>
    </p:spTree>
    <p:extLst>
      <p:ext uri="{BB962C8B-B14F-4D97-AF65-F5344CB8AC3E}">
        <p14:creationId xmlns:p14="http://schemas.microsoft.com/office/powerpoint/2010/main" val="184853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445D74-E5C7-EAA2-6780-BEDCB520E11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Section Title Set Across 1 or 2 Lines</a:t>
            </a:r>
          </a:p>
        </p:txBody>
      </p:sp>
      <p:sp>
        <p:nvSpPr>
          <p:cNvPr id="4" name="Media Placeholder 3">
            <a:extLst>
              <a:ext uri="{FF2B5EF4-FFF2-40B4-BE49-F238E27FC236}">
                <a16:creationId xmlns:a16="http://schemas.microsoft.com/office/drawing/2014/main" id="{7E9C835F-62EC-8EEE-35B0-F425C668AF97}"/>
              </a:ext>
            </a:extLst>
          </p:cNvPr>
          <p:cNvSpPr>
            <a:spLocks noGrp="1"/>
          </p:cNvSpPr>
          <p:nvPr>
            <p:ph type="media" sz="quarter" idx="11"/>
          </p:nvPr>
        </p:nvSpPr>
        <p:spPr>
          <a:ln>
            <a:solidFill>
              <a:srgbClr val="F26E21"/>
            </a:solidFill>
          </a:ln>
        </p:spPr>
        <p:txBody>
          <a:bodyPr/>
          <a:lstStyle/>
          <a:p>
            <a:endParaRPr lang="en-US"/>
          </a:p>
        </p:txBody>
      </p:sp>
      <p:sp>
        <p:nvSpPr>
          <p:cNvPr id="5" name="Text Placeholder 4">
            <a:extLst>
              <a:ext uri="{FF2B5EF4-FFF2-40B4-BE49-F238E27FC236}">
                <a16:creationId xmlns:a16="http://schemas.microsoft.com/office/drawing/2014/main" id="{9168E128-FAC8-A014-893E-37C73E4FED1C}"/>
              </a:ext>
            </a:extLst>
          </p:cNvPr>
          <p:cNvSpPr>
            <a:spLocks noGrp="1"/>
          </p:cNvSpPr>
          <p:nvPr>
            <p:ph type="body" idx="12"/>
          </p:nvPr>
        </p:nvSpPr>
        <p:spPr/>
        <p:txBody>
          <a:bodyPr/>
          <a:lstStyle/>
          <a:p>
            <a:r>
              <a:rPr lang="en-US" sz="1600" kern="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Supporting</a:t>
            </a:r>
            <a:r>
              <a:rPr lang="en-US" sz="1600" spc="80" dirty="0">
                <a:solidFill>
                  <a:schemeClr val="bg1">
                    <a:lumMod val="50000"/>
                  </a:schemeClr>
                </a:solidFill>
                <a:latin typeface="Arial" panose="020B0604020202020204" pitchFamily="34" charset="0"/>
                <a:ea typeface="Open Sans" panose="020B0606030504020204" pitchFamily="34" charset="0"/>
                <a:cs typeface="Arial" panose="020B0604020202020204" pitchFamily="34" charset="0"/>
              </a:rPr>
              <a:t> content outlining the following section</a:t>
            </a:r>
          </a:p>
          <a:p>
            <a:endParaRPr lang="en-US" dirty="0">
              <a:latin typeface="Arial" panose="020B0604020202020204" pitchFamily="34" charset="0"/>
              <a:cs typeface="Arial" panose="020B0604020202020204" pitchFamily="34" charset="0"/>
            </a:endParaRPr>
          </a:p>
        </p:txBody>
      </p:sp>
      <p:sp>
        <p:nvSpPr>
          <p:cNvPr id="6" name="Text Placeholder 3">
            <a:extLst>
              <a:ext uri="{FF2B5EF4-FFF2-40B4-BE49-F238E27FC236}">
                <a16:creationId xmlns:a16="http://schemas.microsoft.com/office/drawing/2014/main" id="{14D7AA31-2A03-64E9-69E1-8E4C6D05C860}"/>
              </a:ext>
            </a:extLst>
          </p:cNvPr>
          <p:cNvSpPr>
            <a:spLocks noGrp="1"/>
          </p:cNvSpPr>
          <p:nvPr>
            <p:ph type="body" idx="1"/>
          </p:nvPr>
        </p:nvSpPr>
        <p:spPr>
          <a:xfrm>
            <a:off x="831850" y="1941513"/>
            <a:ext cx="3810000" cy="463550"/>
          </a:xfrm>
        </p:spPr>
        <p:txBody>
          <a:bodyPr>
            <a:normAutofit/>
          </a:bodyPr>
          <a:lstStyle/>
          <a:p>
            <a:r>
              <a:rPr lang="en-US" dirty="0">
                <a:latin typeface="Arial" panose="020B0604020202020204" pitchFamily="34" charset="0"/>
                <a:cs typeface="Arial" panose="020B0604020202020204" pitchFamily="34" charset="0"/>
              </a:rPr>
              <a:t>CONTENT TITLE</a:t>
            </a:r>
          </a:p>
        </p:txBody>
      </p:sp>
    </p:spTree>
    <p:extLst>
      <p:ext uri="{BB962C8B-B14F-4D97-AF65-F5344CB8AC3E}">
        <p14:creationId xmlns:p14="http://schemas.microsoft.com/office/powerpoint/2010/main" val="3899694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B51BD-CD11-502E-4F7F-98509703EACB}"/>
              </a:ext>
            </a:extLst>
          </p:cNvPr>
          <p:cNvSpPr>
            <a:spLocks noGrp="1"/>
          </p:cNvSpPr>
          <p:nvPr>
            <p:ph type="title"/>
          </p:nvPr>
        </p:nvSpPr>
        <p:spPr/>
        <p:txBody>
          <a:bodyPr>
            <a:normAutofit/>
          </a:bodyPr>
          <a:lstStyle/>
          <a:p>
            <a:r>
              <a:rPr lang="en-US" b="0" dirty="0">
                <a:latin typeface="Arial" panose="020B0604020202020204" pitchFamily="34" charset="0"/>
                <a:cs typeface="Arial" panose="020B0604020202020204" pitchFamily="34" charset="0"/>
              </a:rPr>
              <a:t>Section Break Title</a:t>
            </a:r>
          </a:p>
        </p:txBody>
      </p:sp>
    </p:spTree>
    <p:extLst>
      <p:ext uri="{BB962C8B-B14F-4D97-AF65-F5344CB8AC3E}">
        <p14:creationId xmlns:p14="http://schemas.microsoft.com/office/powerpoint/2010/main" val="1509407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92117-E5AD-3976-1672-0F19B5A68811}"/>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Section Title Set Across 1 or 2 Lines</a:t>
            </a:r>
          </a:p>
        </p:txBody>
      </p:sp>
      <p:sp>
        <p:nvSpPr>
          <p:cNvPr id="3" name="Text Placeholder 2">
            <a:extLst>
              <a:ext uri="{FF2B5EF4-FFF2-40B4-BE49-F238E27FC236}">
                <a16:creationId xmlns:a16="http://schemas.microsoft.com/office/drawing/2014/main" id="{8FEAB1C7-B4D4-C87D-E95A-6C456EEC840F}"/>
              </a:ext>
            </a:extLst>
          </p:cNvPr>
          <p:cNvSpPr>
            <a:spLocks noGrp="1"/>
          </p:cNvSpPr>
          <p:nvPr>
            <p:ph type="body" sz="quarter" idx="15"/>
          </p:nvPr>
        </p:nvSpPr>
        <p:spPr>
          <a:xfrm>
            <a:off x="8722447" y="2992438"/>
            <a:ext cx="2631353" cy="3186111"/>
          </a:xfrm>
        </p:spPr>
        <p:txBody>
          <a:bodyPr>
            <a:normAutofit/>
          </a:bodyPr>
          <a:lstStyle/>
          <a:p>
            <a:r>
              <a:rPr lang="en-US" sz="1600" dirty="0">
                <a:latin typeface="Arial" panose="020B0604020202020204" pitchFamily="34" charset="0"/>
                <a:cs typeface="Arial" panose="020B0604020202020204" pitchFamily="34" charset="0"/>
              </a:rPr>
              <a:t>Content</a:t>
            </a:r>
          </a:p>
          <a:p>
            <a:r>
              <a:rPr lang="en-US" sz="1600" dirty="0">
                <a:latin typeface="Arial" panose="020B0604020202020204" pitchFamily="34" charset="0"/>
                <a:cs typeface="Arial" panose="020B0604020202020204" pitchFamily="34" charset="0"/>
              </a:rPr>
              <a:t>Content</a:t>
            </a:r>
          </a:p>
        </p:txBody>
      </p:sp>
      <p:sp>
        <p:nvSpPr>
          <p:cNvPr id="5" name="Text Placeholder 4">
            <a:extLst>
              <a:ext uri="{FF2B5EF4-FFF2-40B4-BE49-F238E27FC236}">
                <a16:creationId xmlns:a16="http://schemas.microsoft.com/office/drawing/2014/main" id="{E7CDEE5E-A7E8-C7BD-454F-9C262D34FF25}"/>
              </a:ext>
            </a:extLst>
          </p:cNvPr>
          <p:cNvSpPr>
            <a:spLocks noGrp="1"/>
          </p:cNvSpPr>
          <p:nvPr>
            <p:ph type="body" sz="quarter" idx="17"/>
          </p:nvPr>
        </p:nvSpPr>
        <p:spPr>
          <a:xfrm>
            <a:off x="838200" y="1801813"/>
            <a:ext cx="7570788" cy="900112"/>
          </a:xfrm>
        </p:spPr>
        <p:txBody>
          <a:bodyPr/>
          <a:lstStyle/>
          <a:p>
            <a:pPr defTabSz="901821" eaLnBrk="0" hangingPunct="0"/>
            <a:r>
              <a:rPr lang="en-US" sz="1800" kern="0" spc="80" dirty="0">
                <a:latin typeface="Arial" panose="020B0604020202020204" pitchFamily="34" charset="0"/>
                <a:cs typeface="Arial" panose="020B0604020202020204" pitchFamily="34" charset="0"/>
              </a:rPr>
              <a:t>Supporting Content Headline</a:t>
            </a:r>
          </a:p>
          <a:p>
            <a:endParaRPr lang="en-US" dirty="0">
              <a:latin typeface="Arial" panose="020B0604020202020204" pitchFamily="34" charset="0"/>
              <a:cs typeface="Arial" panose="020B0604020202020204" pitchFamily="34" charset="0"/>
            </a:endParaRPr>
          </a:p>
        </p:txBody>
      </p:sp>
      <p:graphicFrame>
        <p:nvGraphicFramePr>
          <p:cNvPr id="10" name="Chart 9">
            <a:extLst>
              <a:ext uri="{FF2B5EF4-FFF2-40B4-BE49-F238E27FC236}">
                <a16:creationId xmlns:a16="http://schemas.microsoft.com/office/drawing/2014/main" id="{38DD4BDA-696F-E0A0-6AEA-C5C3A3F89A1C}"/>
              </a:ext>
            </a:extLst>
          </p:cNvPr>
          <p:cNvGraphicFramePr>
            <a:graphicFrameLocks/>
          </p:cNvGraphicFramePr>
          <p:nvPr/>
        </p:nvGraphicFramePr>
        <p:xfrm>
          <a:off x="258350" y="2746633"/>
          <a:ext cx="8150638" cy="37462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36160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6512C-6385-FA76-C46F-14FE15C3030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Section Title Set Across 1 or 2 Lines</a:t>
            </a:r>
            <a:endParaRPr lang="en-US" dirty="0">
              <a:solidFill>
                <a:srgbClr val="F56F1F"/>
              </a:solidFill>
              <a:latin typeface="Arial" panose="020B0604020202020204" pitchFamily="34" charset="0"/>
              <a:cs typeface="Arial" panose="020B0604020202020204" pitchFamily="34" charset="0"/>
            </a:endParaRPr>
          </a:p>
        </p:txBody>
      </p:sp>
      <p:sp>
        <p:nvSpPr>
          <p:cNvPr id="3" name="Chart Placeholder 2">
            <a:extLst>
              <a:ext uri="{FF2B5EF4-FFF2-40B4-BE49-F238E27FC236}">
                <a16:creationId xmlns:a16="http://schemas.microsoft.com/office/drawing/2014/main" id="{0907D7E5-B26D-558D-A769-5BE5B6CA2F32}"/>
              </a:ext>
            </a:extLst>
          </p:cNvPr>
          <p:cNvSpPr>
            <a:spLocks noGrp="1"/>
          </p:cNvSpPr>
          <p:nvPr>
            <p:ph type="chart" sz="quarter" idx="16"/>
          </p:nvPr>
        </p:nvSpPr>
        <p:spPr>
          <a:ln>
            <a:solidFill>
              <a:srgbClr val="F26E21"/>
            </a:solidFill>
          </a:ln>
        </p:spPr>
        <p:txBody>
          <a:bodyPr/>
          <a:lstStyle/>
          <a:p>
            <a:endParaRPr lang="en-US"/>
          </a:p>
        </p:txBody>
      </p:sp>
      <p:sp>
        <p:nvSpPr>
          <p:cNvPr id="4" name="Text Placeholder 3">
            <a:extLst>
              <a:ext uri="{FF2B5EF4-FFF2-40B4-BE49-F238E27FC236}">
                <a16:creationId xmlns:a16="http://schemas.microsoft.com/office/drawing/2014/main" id="{80FFF746-5D1B-1ADE-60D0-40318164672D}"/>
              </a:ext>
            </a:extLst>
          </p:cNvPr>
          <p:cNvSpPr>
            <a:spLocks noGrp="1"/>
          </p:cNvSpPr>
          <p:nvPr>
            <p:ph type="body" sz="quarter" idx="17"/>
          </p:nvPr>
        </p:nvSpPr>
        <p:spPr/>
        <p:txBody>
          <a:bodyPr/>
          <a:lstStyle/>
          <a:p>
            <a:pPr marL="285750" indent="-285750">
              <a:buFont typeface="Arial" panose="020B0604020202020204" pitchFamily="34" charset="0"/>
              <a:buChar char="•"/>
            </a:pPr>
            <a:r>
              <a:rPr lang="en-US" sz="1600" kern="0" spc="80" dirty="0">
                <a:latin typeface="Arial" panose="020B0604020202020204" pitchFamily="34" charset="0"/>
                <a:cs typeface="Arial" panose="020B0604020202020204" pitchFamily="34" charset="0"/>
              </a:rPr>
              <a:t>Supporting Content Headline</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2529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CFE5E-293F-0099-59FA-8086F9B31283}"/>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Section Title Set Across 1 or 2 Lines</a:t>
            </a:r>
          </a:p>
        </p:txBody>
      </p:sp>
      <p:sp>
        <p:nvSpPr>
          <p:cNvPr id="3" name="Text Placeholder 2">
            <a:extLst>
              <a:ext uri="{FF2B5EF4-FFF2-40B4-BE49-F238E27FC236}">
                <a16:creationId xmlns:a16="http://schemas.microsoft.com/office/drawing/2014/main" id="{951C7354-8831-2B2D-364A-A7DD774B940D}"/>
              </a:ext>
            </a:extLst>
          </p:cNvPr>
          <p:cNvSpPr>
            <a:spLocks noGrp="1"/>
          </p:cNvSpPr>
          <p:nvPr>
            <p:ph type="body" sz="quarter" idx="17"/>
          </p:nvPr>
        </p:nvSpPr>
        <p:spPr>
          <a:xfrm>
            <a:off x="8399943" y="1636713"/>
            <a:ext cx="3373582" cy="4856162"/>
          </a:xfrm>
        </p:spPr>
        <p:txBody>
          <a:bodyPr>
            <a:normAutofit/>
          </a:bodyPr>
          <a:lstStyle/>
          <a:p>
            <a:pPr marL="210312" indent="-274320" defTabSz="901821">
              <a:lnSpc>
                <a:spcPct val="130000"/>
              </a:lnSpc>
              <a:buClr>
                <a:srgbClr val="F6A11B"/>
              </a:buClr>
              <a:buSzPct val="100000"/>
              <a:buFont typeface="Wingdings" panose="05000000000000000000" pitchFamily="2" charset="2"/>
              <a:buChar char="q"/>
            </a:pPr>
            <a:r>
              <a:rPr lang="en-GB" spc="80" dirty="0">
                <a:latin typeface="Arial" panose="020B0604020202020204" pitchFamily="34" charset="0"/>
                <a:cs typeface="Arial" panose="020B0604020202020204" pitchFamily="34" charset="0"/>
              </a:rPr>
              <a:t>Content</a:t>
            </a:r>
          </a:p>
          <a:p>
            <a:pPr marL="210312" indent="-274320" defTabSz="901821">
              <a:lnSpc>
                <a:spcPct val="130000"/>
              </a:lnSpc>
              <a:buClr>
                <a:srgbClr val="F6A11B"/>
              </a:buClr>
              <a:buSzPct val="100000"/>
              <a:buFont typeface="Wingdings" panose="05000000000000000000" pitchFamily="2" charset="2"/>
              <a:buChar char="q"/>
            </a:pPr>
            <a:r>
              <a:rPr lang="en-GB" spc="80" dirty="0">
                <a:latin typeface="Arial" panose="020B0604020202020204" pitchFamily="34" charset="0"/>
                <a:cs typeface="Arial" panose="020B0604020202020204" pitchFamily="34" charset="0"/>
              </a:rPr>
              <a:t>Content</a:t>
            </a:r>
            <a:endParaRPr lang="en-US" spc="80" dirty="0">
              <a:latin typeface="Arial" panose="020B0604020202020204" pitchFamily="34" charset="0"/>
              <a:cs typeface="Arial" panose="020B0604020202020204" pitchFamily="34" charset="0"/>
            </a:endParaRPr>
          </a:p>
          <a:p>
            <a:pPr marL="210312" indent="-274320" defTabSz="901821">
              <a:lnSpc>
                <a:spcPct val="130000"/>
              </a:lnSpc>
              <a:buClr>
                <a:srgbClr val="F6A11B"/>
              </a:buClr>
              <a:buSzPct val="100000"/>
              <a:buFont typeface="Wingdings" panose="05000000000000000000" pitchFamily="2" charset="2"/>
              <a:buChar char="q"/>
            </a:pPr>
            <a:r>
              <a:rPr lang="en-GB" spc="80" dirty="0">
                <a:latin typeface="Arial" panose="020B0604020202020204" pitchFamily="34" charset="0"/>
                <a:cs typeface="Arial" panose="020B0604020202020204" pitchFamily="34" charset="0"/>
              </a:rPr>
              <a:t>Content</a:t>
            </a:r>
            <a:endParaRPr lang="en-US" spc="80" dirty="0">
              <a:latin typeface="Arial" panose="020B0604020202020204" pitchFamily="34" charset="0"/>
              <a:cs typeface="Arial" panose="020B0604020202020204" pitchFamily="34" charset="0"/>
            </a:endParaRPr>
          </a:p>
          <a:p>
            <a:pPr marL="210312" indent="-274320" defTabSz="901821">
              <a:lnSpc>
                <a:spcPct val="130000"/>
              </a:lnSpc>
              <a:buClr>
                <a:srgbClr val="F6A11B"/>
              </a:buClr>
              <a:buSzPct val="100000"/>
              <a:buFont typeface="Wingdings" panose="05000000000000000000" pitchFamily="2" charset="2"/>
              <a:buChar char="q"/>
            </a:pPr>
            <a:endParaRPr lang="en-US" spc="80" dirty="0">
              <a:latin typeface="Arial" panose="020B0604020202020204" pitchFamily="34" charset="0"/>
              <a:cs typeface="Arial" panose="020B0604020202020204" pitchFamily="34" charset="0"/>
            </a:endParaRPr>
          </a:p>
          <a:p>
            <a:pPr marL="0" indent="0" defTabSz="901821">
              <a:lnSpc>
                <a:spcPct val="130000"/>
              </a:lnSpc>
              <a:buClr>
                <a:srgbClr val="F6A11B"/>
              </a:buClr>
              <a:buSzPct val="100000"/>
            </a:pPr>
            <a:endParaRPr lang="en-US" sz="1100" kern="0" spc="80" dirty="0">
              <a:solidFill>
                <a:srgbClr val="979797"/>
              </a:solidFill>
              <a:latin typeface="Arial" panose="020B0604020202020204" pitchFamily="34" charset="0"/>
              <a:cs typeface="Arial" panose="020B0604020202020204" pitchFamily="34" charset="0"/>
            </a:endParaRPr>
          </a:p>
          <a:p>
            <a:endParaRPr lang="en-US" sz="1100" dirty="0">
              <a:latin typeface="Arial" panose="020B0604020202020204" pitchFamily="34" charset="0"/>
              <a:cs typeface="Arial" panose="020B0604020202020204" pitchFamily="34" charset="0"/>
            </a:endParaRPr>
          </a:p>
        </p:txBody>
      </p:sp>
      <p:graphicFrame>
        <p:nvGraphicFramePr>
          <p:cNvPr id="6" name="Tabel 27">
            <a:extLst>
              <a:ext uri="{FF2B5EF4-FFF2-40B4-BE49-F238E27FC236}">
                <a16:creationId xmlns:a16="http://schemas.microsoft.com/office/drawing/2014/main" id="{53BEA075-2CBC-BC7F-EB03-4238D93D1028}"/>
              </a:ext>
            </a:extLst>
          </p:cNvPr>
          <p:cNvGraphicFramePr>
            <a:graphicFrameLocks noGrp="1"/>
          </p:cNvGraphicFramePr>
          <p:nvPr>
            <p:extLst>
              <p:ext uri="{D42A27DB-BD31-4B8C-83A1-F6EECF244321}">
                <p14:modId xmlns:p14="http://schemas.microsoft.com/office/powerpoint/2010/main" val="1979019241"/>
              </p:ext>
            </p:extLst>
          </p:nvPr>
        </p:nvGraphicFramePr>
        <p:xfrm>
          <a:off x="729523" y="2701925"/>
          <a:ext cx="7670419" cy="3773028"/>
        </p:xfrm>
        <a:graphic>
          <a:graphicData uri="http://schemas.openxmlformats.org/drawingml/2006/table">
            <a:tbl>
              <a:tblPr/>
              <a:tblGrid>
                <a:gridCol w="1955987">
                  <a:extLst>
                    <a:ext uri="{9D8B030D-6E8A-4147-A177-3AD203B41FA5}">
                      <a16:colId xmlns:a16="http://schemas.microsoft.com/office/drawing/2014/main" val="20000"/>
                    </a:ext>
                  </a:extLst>
                </a:gridCol>
                <a:gridCol w="933942">
                  <a:extLst>
                    <a:ext uri="{9D8B030D-6E8A-4147-A177-3AD203B41FA5}">
                      <a16:colId xmlns:a16="http://schemas.microsoft.com/office/drawing/2014/main" val="20001"/>
                    </a:ext>
                  </a:extLst>
                </a:gridCol>
                <a:gridCol w="1530129">
                  <a:extLst>
                    <a:ext uri="{9D8B030D-6E8A-4147-A177-3AD203B41FA5}">
                      <a16:colId xmlns:a16="http://schemas.microsoft.com/office/drawing/2014/main" val="20002"/>
                    </a:ext>
                  </a:extLst>
                </a:gridCol>
                <a:gridCol w="2021369">
                  <a:extLst>
                    <a:ext uri="{9D8B030D-6E8A-4147-A177-3AD203B41FA5}">
                      <a16:colId xmlns:a16="http://schemas.microsoft.com/office/drawing/2014/main" val="20003"/>
                    </a:ext>
                  </a:extLst>
                </a:gridCol>
                <a:gridCol w="1228992">
                  <a:extLst>
                    <a:ext uri="{9D8B030D-6E8A-4147-A177-3AD203B41FA5}">
                      <a16:colId xmlns:a16="http://schemas.microsoft.com/office/drawing/2014/main" val="20004"/>
                    </a:ext>
                  </a:extLst>
                </a:gridCol>
              </a:tblGrid>
              <a:tr h="628838">
                <a:tc>
                  <a:txBody>
                    <a:bodyPr/>
                    <a:lstStyle>
                      <a:defPPr>
                        <a:defRPr lang="en-US"/>
                      </a:defPPr>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ctr" fontAlgn="ctr">
                        <a:lnSpc>
                          <a:spcPct val="110000"/>
                        </a:lnSpc>
                      </a:pPr>
                      <a:endParaRPr lang="en-US" sz="1100" b="0" i="0" u="none" strike="noStrike" spc="0" noProof="0" dirty="0">
                        <a:solidFill>
                          <a:schemeClr val="tx1"/>
                        </a:solidFill>
                        <a:latin typeface="Arial" panose="020B0604020202020204" pitchFamily="34" charset="0"/>
                        <a:cs typeface="Arial" panose="020B0604020202020204" pitchFamily="34" charset="0"/>
                      </a:endParaRPr>
                    </a:p>
                  </a:txBody>
                  <a:tcPr marL="126724" marR="126724" marT="64211" marB="63334"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en-US"/>
                      </a:defPPr>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ctr" rtl="0" fontAlgn="ctr">
                        <a:lnSpc>
                          <a:spcPct val="110000"/>
                        </a:lnSpc>
                      </a:pPr>
                      <a:r>
                        <a:rPr lang="en-US" sz="1200" b="0" i="0" u="none" strike="noStrike" spc="0" noProof="0" dirty="0">
                          <a:solidFill>
                            <a:schemeClr val="tx1"/>
                          </a:solidFill>
                          <a:latin typeface="Arial" panose="020B0604020202020204" pitchFamily="34" charset="0"/>
                          <a:cs typeface="Arial" panose="020B0604020202020204" pitchFamily="34" charset="0"/>
                        </a:rPr>
                        <a:t>FY 2024</a:t>
                      </a:r>
                      <a:r>
                        <a:rPr lang="en-US" sz="1200" b="0" i="0" u="none" strike="noStrike" spc="0" baseline="30000" noProof="0" dirty="0">
                          <a:solidFill>
                            <a:schemeClr val="tx1"/>
                          </a:solidFill>
                          <a:latin typeface="Arial" panose="020B0604020202020204" pitchFamily="34" charset="0"/>
                          <a:cs typeface="Arial" panose="020B0604020202020204" pitchFamily="34" charset="0"/>
                        </a:rPr>
                        <a:t>1</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AA319"/>
                    </a:solidFill>
                  </a:tcPr>
                </a:tc>
                <a:tc>
                  <a:txBody>
                    <a:bodyPr/>
                    <a:lstStyle>
                      <a:defPPr>
                        <a:defRPr lang="en-US"/>
                      </a:defPPr>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ctr" rtl="0" fontAlgn="ctr">
                        <a:lnSpc>
                          <a:spcPct val="110000"/>
                        </a:lnSpc>
                      </a:pPr>
                      <a:r>
                        <a:rPr lang="en-US" sz="1200" b="0" i="0" u="none" strike="noStrike" spc="0" noProof="0" dirty="0">
                          <a:solidFill>
                            <a:schemeClr val="tx1"/>
                          </a:solidFill>
                          <a:latin typeface="Arial" panose="020B0604020202020204" pitchFamily="34" charset="0"/>
                          <a:cs typeface="Arial" panose="020B0604020202020204" pitchFamily="34" charset="0"/>
                        </a:rPr>
                        <a:t>FY 2025</a:t>
                      </a:r>
                      <a:r>
                        <a:rPr lang="en-US" sz="1200" b="0" i="0" u="none" strike="noStrike" spc="0" baseline="0" noProof="0" dirty="0">
                          <a:solidFill>
                            <a:schemeClr val="tx1"/>
                          </a:solidFill>
                          <a:latin typeface="Arial" panose="020B0604020202020204" pitchFamily="34" charset="0"/>
                          <a:cs typeface="Arial" panose="020B0604020202020204" pitchFamily="34" charset="0"/>
                        </a:rPr>
                        <a:t> </a:t>
                      </a:r>
                      <a:r>
                        <a:rPr lang="en-US" sz="1200" b="0" i="0" u="none" strike="noStrike" spc="0" noProof="0" dirty="0">
                          <a:solidFill>
                            <a:schemeClr val="tx1"/>
                          </a:solidFill>
                          <a:latin typeface="Arial" panose="020B0604020202020204" pitchFamily="34" charset="0"/>
                          <a:cs typeface="Arial" panose="020B0604020202020204" pitchFamily="34" charset="0"/>
                        </a:rPr>
                        <a:t>Target</a:t>
                      </a:r>
                      <a:r>
                        <a:rPr lang="en-US" sz="1200" b="0" i="0" u="none" strike="noStrike" spc="0" baseline="30000" noProof="0" dirty="0">
                          <a:solidFill>
                            <a:schemeClr val="tx1"/>
                          </a:solidFill>
                          <a:latin typeface="Arial" panose="020B0604020202020204" pitchFamily="34" charset="0"/>
                          <a:cs typeface="Arial" panose="020B0604020202020204" pitchFamily="34" charset="0"/>
                        </a:rPr>
                        <a:t>2</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AA319"/>
                    </a:solidFill>
                  </a:tcPr>
                </a:tc>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ctr" rtl="0" fontAlgn="ctr">
                        <a:lnSpc>
                          <a:spcPct val="110000"/>
                        </a:lnSpc>
                      </a:pPr>
                      <a:r>
                        <a:rPr lang="en-US" sz="1200" b="0" i="0" u="none" strike="noStrike" spc="0" noProof="0" dirty="0">
                          <a:solidFill>
                            <a:schemeClr val="tx1"/>
                          </a:solidFill>
                          <a:latin typeface="Arial" panose="020B0604020202020204" pitchFamily="34" charset="0"/>
                          <a:cs typeface="Arial" panose="020B0604020202020204" pitchFamily="34" charset="0"/>
                        </a:rPr>
                        <a:t>FY 2025</a:t>
                      </a:r>
                      <a:r>
                        <a:rPr lang="en-US" sz="1200" b="0" i="0" u="none" strike="noStrike" spc="0" baseline="0" noProof="0" dirty="0">
                          <a:solidFill>
                            <a:schemeClr val="tx1"/>
                          </a:solidFill>
                          <a:latin typeface="Arial" panose="020B0604020202020204" pitchFamily="34" charset="0"/>
                          <a:cs typeface="Arial" panose="020B0604020202020204" pitchFamily="34" charset="0"/>
                        </a:rPr>
                        <a:t> </a:t>
                      </a:r>
                      <a:r>
                        <a:rPr lang="en-US" sz="1200" b="0" i="0" u="none" strike="noStrike" spc="0" noProof="0" dirty="0">
                          <a:solidFill>
                            <a:schemeClr val="tx1"/>
                          </a:solidFill>
                          <a:latin typeface="Arial" panose="020B0604020202020204" pitchFamily="34" charset="0"/>
                          <a:cs typeface="Arial" panose="020B0604020202020204" pitchFamily="34" charset="0"/>
                        </a:rPr>
                        <a:t>Pro-Forma</a:t>
                      </a:r>
                    </a:p>
                    <a:p>
                      <a:pPr algn="ctr" rtl="0" fontAlgn="ctr">
                        <a:lnSpc>
                          <a:spcPct val="110000"/>
                        </a:lnSpc>
                      </a:pPr>
                      <a:r>
                        <a:rPr lang="en-US" sz="1000" b="0" i="0" u="none" strike="noStrike" spc="0" noProof="0" dirty="0">
                          <a:solidFill>
                            <a:schemeClr val="tx1"/>
                          </a:solidFill>
                          <a:latin typeface="Arial" panose="020B0604020202020204" pitchFamily="34" charset="0"/>
                          <a:cs typeface="Arial" panose="020B0604020202020204" pitchFamily="34" charset="0"/>
                        </a:rPr>
                        <a:t>(Excl. </a:t>
                      </a:r>
                      <a:r>
                        <a:rPr lang="en-US" sz="1000" b="0" i="0" u="none" strike="noStrike" spc="0" noProof="0" dirty="0" err="1">
                          <a:solidFill>
                            <a:schemeClr val="tx1"/>
                          </a:solidFill>
                          <a:latin typeface="Arial" panose="020B0604020202020204" pitchFamily="34" charset="0"/>
                          <a:cs typeface="Arial" panose="020B0604020202020204" pitchFamily="34" charset="0"/>
                        </a:rPr>
                        <a:t>Warid</a:t>
                      </a:r>
                      <a:r>
                        <a:rPr lang="en-US" sz="1000" b="0" i="0" u="none" strike="noStrike" spc="0" noProof="0" dirty="0">
                          <a:solidFill>
                            <a:schemeClr val="tx1"/>
                          </a:solidFill>
                          <a:latin typeface="Arial" panose="020B0604020202020204" pitchFamily="34" charset="0"/>
                          <a:cs typeface="Arial" panose="020B0604020202020204" pitchFamily="34" charset="0"/>
                        </a:rPr>
                        <a:t>)</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AA319"/>
                    </a:solidFill>
                  </a:tcPr>
                </a:tc>
                <a:tc>
                  <a:txBody>
                    <a:bodyPr/>
                    <a:lstStyle/>
                    <a:p>
                      <a:pPr algn="ctr" rtl="0" fontAlgn="ctr">
                        <a:lnSpc>
                          <a:spcPct val="110000"/>
                        </a:lnSpc>
                      </a:pPr>
                      <a:r>
                        <a:rPr lang="en-US" sz="1100" b="0" i="0" u="none" strike="noStrike" spc="0" noProof="0" dirty="0">
                          <a:solidFill>
                            <a:schemeClr val="tx1"/>
                          </a:solidFill>
                          <a:latin typeface="Arial" panose="020B0604020202020204" pitchFamily="34" charset="0"/>
                          <a:cs typeface="Arial" panose="020B0604020202020204" pitchFamily="34" charset="0"/>
                        </a:rPr>
                        <a:t> </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AA319"/>
                    </a:solidFill>
                  </a:tcPr>
                </a:tc>
                <a:extLst>
                  <a:ext uri="{0D108BD9-81ED-4DB2-BD59-A6C34878D82A}">
                    <a16:rowId xmlns:a16="http://schemas.microsoft.com/office/drawing/2014/main" val="10001"/>
                  </a:ext>
                </a:extLst>
              </a:tr>
              <a:tr h="628838">
                <a:tc>
                  <a:txBody>
                    <a:bodyPr/>
                    <a:lstStyle>
                      <a:defPPr>
                        <a:defRPr lang="en-US"/>
                      </a:defPPr>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l" rtl="0" fontAlgn="ctr">
                        <a:lnSpc>
                          <a:spcPct val="110000"/>
                        </a:lnSpc>
                      </a:pPr>
                      <a:r>
                        <a:rPr lang="en-US" sz="1100" b="0" i="0" u="none" strike="noStrike" spc="0" noProof="0" dirty="0">
                          <a:solidFill>
                            <a:schemeClr val="tx1"/>
                          </a:solidFill>
                          <a:latin typeface="Arial" panose="020B0604020202020204" pitchFamily="34" charset="0"/>
                          <a:cs typeface="Arial" panose="020B0604020202020204" pitchFamily="34" charset="0"/>
                        </a:rPr>
                        <a:t>Service Revenue</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lnSpc>
                          <a:spcPct val="110000"/>
                        </a:lnSpc>
                      </a:pPr>
                      <a:r>
                        <a:rPr lang="en-GB" sz="1000" b="0" i="0" u="none" strike="noStrike" spc="0" dirty="0">
                          <a:solidFill>
                            <a:schemeClr val="tx1"/>
                          </a:solidFill>
                          <a:effectLst/>
                          <a:latin typeface="Arial" panose="020B0604020202020204" pitchFamily="34" charset="0"/>
                          <a:cs typeface="Arial" panose="020B0604020202020204" pitchFamily="34" charset="0"/>
                        </a:rPr>
                        <a:t>9,313</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ctr" fontAlgn="ctr">
                        <a:lnSpc>
                          <a:spcPct val="110000"/>
                        </a:lnSpc>
                      </a:pPr>
                      <a:r>
                        <a:rPr lang="en-US" sz="1000" b="0" i="0" u="none" strike="noStrike" spc="0" dirty="0">
                          <a:solidFill>
                            <a:schemeClr val="tx1"/>
                          </a:solidFill>
                          <a:effectLst/>
                          <a:latin typeface="Arial" panose="020B0604020202020204" pitchFamily="34" charset="0"/>
                          <a:cs typeface="Arial" panose="020B0604020202020204" pitchFamily="34" charset="0"/>
                        </a:rPr>
                        <a:t>9,606</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ctr" defTabSz="901821">
                        <a:lnSpc>
                          <a:spcPct val="110000"/>
                        </a:lnSpc>
                        <a:defRPr/>
                      </a:pPr>
                      <a:r>
                        <a:rPr lang="en-GB" altLang="en-US" sz="1000" b="0" spc="0" dirty="0">
                          <a:solidFill>
                            <a:schemeClr val="tx1"/>
                          </a:solidFill>
                          <a:latin typeface="Arial" panose="020B0604020202020204" pitchFamily="34" charset="0"/>
                          <a:cs typeface="Arial" panose="020B0604020202020204" pitchFamily="34" charset="0"/>
                        </a:rPr>
                        <a:t>8,402 </a:t>
                      </a:r>
                      <a:br>
                        <a:rPr lang="en-GB" altLang="en-US" sz="1000" b="0" spc="0" dirty="0">
                          <a:solidFill>
                            <a:schemeClr val="tx1"/>
                          </a:solidFill>
                          <a:latin typeface="Arial" panose="020B0604020202020204" pitchFamily="34" charset="0"/>
                          <a:cs typeface="Arial" panose="020B0604020202020204" pitchFamily="34" charset="0"/>
                        </a:rPr>
                      </a:br>
                      <a:r>
                        <a:rPr lang="en-GB" altLang="en-US" sz="1000" b="0" spc="0" dirty="0">
                          <a:solidFill>
                            <a:schemeClr val="tx1"/>
                          </a:solidFill>
                          <a:latin typeface="Arial" panose="020B0604020202020204" pitchFamily="34" charset="0"/>
                          <a:cs typeface="Arial" panose="020B0604020202020204" pitchFamily="34" charset="0"/>
                        </a:rPr>
                        <a:t>+0.5% </a:t>
                      </a:r>
                      <a:r>
                        <a:rPr lang="en-GB" altLang="en-US" sz="1000" b="0" spc="0" dirty="0" err="1">
                          <a:solidFill>
                            <a:schemeClr val="tx1"/>
                          </a:solidFill>
                          <a:latin typeface="Arial" panose="020B0604020202020204" pitchFamily="34" charset="0"/>
                          <a:cs typeface="Arial" panose="020B0604020202020204" pitchFamily="34" charset="0"/>
                        </a:rPr>
                        <a:t>YoY</a:t>
                      </a:r>
                      <a:r>
                        <a:rPr lang="en-GB" altLang="en-US" sz="1000" b="0" spc="0" dirty="0">
                          <a:solidFill>
                            <a:schemeClr val="tx1"/>
                          </a:solidFill>
                          <a:latin typeface="Arial" panose="020B0604020202020204" pitchFamily="34" charset="0"/>
                          <a:cs typeface="Arial" panose="020B0604020202020204" pitchFamily="34" charset="0"/>
                        </a:rPr>
                        <a:t> Organically</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defTabSz="901821">
                        <a:lnSpc>
                          <a:spcPct val="110000"/>
                        </a:lnSpc>
                        <a:defRPr/>
                      </a:pPr>
                      <a:endParaRPr lang="en-GB" altLang="en-US" sz="1100" b="0" strike="noStrike" kern="0" cap="all" spc="0" normalizeH="0" baseline="0" dirty="0">
                        <a:solidFill>
                          <a:schemeClr val="tx1"/>
                        </a:solidFill>
                        <a:latin typeface="Arial" panose="020B0604020202020204" pitchFamily="34" charset="0"/>
                        <a:cs typeface="Arial" panose="020B0604020202020204" pitchFamily="34" charset="0"/>
                      </a:endParaRP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2"/>
                  </a:ext>
                </a:extLst>
              </a:tr>
              <a:tr h="628838">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l" rtl="0" fontAlgn="ctr">
                        <a:lnSpc>
                          <a:spcPct val="110000"/>
                        </a:lnSpc>
                      </a:pPr>
                      <a:r>
                        <a:rPr lang="en-US" sz="1100" b="0" i="0" u="none" strike="noStrike" kern="1200" spc="0" noProof="0" dirty="0">
                          <a:solidFill>
                            <a:schemeClr val="tx1"/>
                          </a:solidFill>
                          <a:latin typeface="Arial" panose="020B0604020202020204" pitchFamily="34" charset="0"/>
                          <a:ea typeface="+mn-ea"/>
                          <a:cs typeface="Arial" panose="020B0604020202020204" pitchFamily="34" charset="0"/>
                        </a:rPr>
                        <a:t>EBITDA Margin</a:t>
                      </a:r>
                      <a:r>
                        <a:rPr lang="en-US" sz="1100" b="0" i="0" u="none" strike="noStrike" kern="1200" spc="0" baseline="0" noProof="0" dirty="0">
                          <a:solidFill>
                            <a:schemeClr val="tx1"/>
                          </a:solidFill>
                          <a:latin typeface="Arial" panose="020B0604020202020204" pitchFamily="34" charset="0"/>
                          <a:ea typeface="+mn-ea"/>
                          <a:cs typeface="Arial" panose="020B0604020202020204" pitchFamily="34" charset="0"/>
                        </a:rPr>
                        <a:t> Underlying</a:t>
                      </a:r>
                      <a:endParaRPr lang="en-US" sz="1100" b="0" i="0" u="none" strike="noStrike" kern="1200" spc="0" noProof="0" dirty="0">
                        <a:solidFill>
                          <a:schemeClr val="tx1"/>
                        </a:solidFill>
                        <a:latin typeface="Arial" panose="020B0604020202020204" pitchFamily="34" charset="0"/>
                        <a:ea typeface="+mn-ea"/>
                        <a:cs typeface="Arial" panose="020B0604020202020204" pitchFamily="34" charset="0"/>
                      </a:endParaRP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lnSpc>
                          <a:spcPct val="110000"/>
                        </a:lnSpc>
                      </a:pPr>
                      <a:r>
                        <a:rPr lang="en-GB" sz="1000" b="0" i="0" u="none" strike="noStrike" spc="0" dirty="0">
                          <a:solidFill>
                            <a:schemeClr val="tx1"/>
                          </a:solidFill>
                          <a:effectLst/>
                          <a:latin typeface="Arial" panose="020B0604020202020204" pitchFamily="34" charset="0"/>
                          <a:cs typeface="Arial" panose="020B0604020202020204" pitchFamily="34" charset="0"/>
                        </a:rPr>
                        <a:t> 40.9% </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ctr" fontAlgn="ctr">
                        <a:lnSpc>
                          <a:spcPct val="110000"/>
                        </a:lnSpc>
                      </a:pPr>
                      <a:r>
                        <a:rPr lang="en-US" sz="1000" b="0" i="0" u="none" strike="noStrike" spc="0" dirty="0">
                          <a:solidFill>
                            <a:schemeClr val="tx1"/>
                          </a:solidFill>
                          <a:effectLst/>
                          <a:latin typeface="Arial" panose="020B0604020202020204" pitchFamily="34" charset="0"/>
                          <a:cs typeface="Arial" panose="020B0604020202020204" pitchFamily="34" charset="0"/>
                        </a:rPr>
                        <a:t>9,313</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ctr" defTabSz="901821">
                        <a:lnSpc>
                          <a:spcPct val="110000"/>
                        </a:lnSpc>
                        <a:defRPr/>
                      </a:pPr>
                      <a:r>
                        <a:rPr lang="en-GB" altLang="en-US" sz="1000" b="0" spc="0" dirty="0">
                          <a:solidFill>
                            <a:schemeClr val="tx1"/>
                          </a:solidFill>
                          <a:latin typeface="Arial" panose="020B0604020202020204" pitchFamily="34" charset="0"/>
                          <a:cs typeface="Arial" panose="020B0604020202020204" pitchFamily="34" charset="0"/>
                        </a:rPr>
                        <a:t>40.6%</a:t>
                      </a:r>
                      <a:r>
                        <a:rPr lang="en-GB" altLang="en-US" sz="1000" b="0" spc="0" baseline="0" dirty="0">
                          <a:solidFill>
                            <a:schemeClr val="tx1"/>
                          </a:solidFill>
                          <a:latin typeface="Arial" panose="020B0604020202020204" pitchFamily="34" charset="0"/>
                          <a:cs typeface="Arial" panose="020B0604020202020204" pitchFamily="34" charset="0"/>
                        </a:rPr>
                        <a:t> </a:t>
                      </a:r>
                      <a:br>
                        <a:rPr lang="en-GB" altLang="en-US" sz="1000" b="0" spc="0" baseline="0" dirty="0">
                          <a:solidFill>
                            <a:schemeClr val="tx1"/>
                          </a:solidFill>
                          <a:latin typeface="Arial" panose="020B0604020202020204" pitchFamily="34" charset="0"/>
                          <a:cs typeface="Arial" panose="020B0604020202020204" pitchFamily="34" charset="0"/>
                        </a:rPr>
                      </a:br>
                      <a:r>
                        <a:rPr lang="en-GB" altLang="en-US" sz="1000" b="0" spc="0" dirty="0">
                          <a:solidFill>
                            <a:schemeClr val="tx1"/>
                          </a:solidFill>
                          <a:latin typeface="Arial" panose="020B0604020202020204" pitchFamily="34" charset="0"/>
                          <a:cs typeface="Arial" panose="020B0604020202020204" pitchFamily="34" charset="0"/>
                        </a:rPr>
                        <a:t>+0.2 P.P. </a:t>
                      </a:r>
                      <a:r>
                        <a:rPr lang="en-GB" altLang="en-US" sz="1000" b="0" spc="0" dirty="0" err="1">
                          <a:solidFill>
                            <a:schemeClr val="tx1"/>
                          </a:solidFill>
                          <a:latin typeface="Arial" panose="020B0604020202020204" pitchFamily="34" charset="0"/>
                          <a:cs typeface="Arial" panose="020B0604020202020204" pitchFamily="34" charset="0"/>
                        </a:rPr>
                        <a:t>YoY</a:t>
                      </a:r>
                      <a:r>
                        <a:rPr lang="en-GB" altLang="en-US" sz="1000" b="0" spc="0" baseline="0" dirty="0">
                          <a:solidFill>
                            <a:schemeClr val="tx1"/>
                          </a:solidFill>
                          <a:latin typeface="Arial" panose="020B0604020202020204" pitchFamily="34" charset="0"/>
                          <a:cs typeface="Arial" panose="020B0604020202020204" pitchFamily="34" charset="0"/>
                        </a:rPr>
                        <a:t> </a:t>
                      </a:r>
                      <a:r>
                        <a:rPr lang="en-GB" altLang="en-US" sz="1000" b="0" spc="0" dirty="0">
                          <a:solidFill>
                            <a:schemeClr val="tx1"/>
                          </a:solidFill>
                          <a:latin typeface="Arial" panose="020B0604020202020204" pitchFamily="34" charset="0"/>
                          <a:cs typeface="Arial" panose="020B0604020202020204" pitchFamily="34" charset="0"/>
                        </a:rPr>
                        <a:t>Organically</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defTabSz="901821">
                        <a:lnSpc>
                          <a:spcPct val="110000"/>
                        </a:lnSpc>
                        <a:defRPr/>
                      </a:pPr>
                      <a:endParaRPr lang="en-GB" altLang="en-US" sz="1100" b="0" strike="noStrike" kern="0" cap="all" spc="0" normalizeH="0" baseline="0" dirty="0">
                        <a:solidFill>
                          <a:schemeClr val="tx1"/>
                        </a:solidFill>
                        <a:latin typeface="Arial" panose="020B0604020202020204" pitchFamily="34" charset="0"/>
                        <a:cs typeface="Arial" panose="020B0604020202020204" pitchFamily="34" charset="0"/>
                      </a:endParaRP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628838">
                <a:tc>
                  <a:txBody>
                    <a:bodyPr/>
                    <a:lstStyle>
                      <a:defPPr>
                        <a:defRPr lang="en-US"/>
                      </a:defPPr>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l" rtl="0" fontAlgn="ctr">
                        <a:lnSpc>
                          <a:spcPct val="110000"/>
                        </a:lnSpc>
                      </a:pPr>
                      <a:r>
                        <a:rPr lang="en-US" sz="1100" b="0" i="0" u="none" strike="noStrike" kern="1200" spc="0" noProof="0" dirty="0">
                          <a:solidFill>
                            <a:schemeClr val="tx1"/>
                          </a:solidFill>
                          <a:latin typeface="Arial" panose="020B0604020202020204" pitchFamily="34" charset="0"/>
                          <a:ea typeface="+mn-ea"/>
                          <a:cs typeface="Arial" panose="020B0604020202020204" pitchFamily="34" charset="0"/>
                        </a:rPr>
                        <a:t>CAPEX / Revenue</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DBDC"/>
                    </a:solidFill>
                  </a:tcPr>
                </a:tc>
                <a:tc>
                  <a:txBody>
                    <a:bodyPr/>
                    <a:lstStyle/>
                    <a:p>
                      <a:pPr algn="ctr" fontAlgn="ctr">
                        <a:lnSpc>
                          <a:spcPct val="110000"/>
                        </a:lnSpc>
                      </a:pPr>
                      <a:r>
                        <a:rPr lang="en-GB" sz="1000" b="0" i="0" u="none" strike="noStrike" spc="0" dirty="0">
                          <a:solidFill>
                            <a:schemeClr val="tx1"/>
                          </a:solidFill>
                          <a:effectLst/>
                          <a:latin typeface="Arial" panose="020B0604020202020204" pitchFamily="34" charset="0"/>
                          <a:cs typeface="Arial" panose="020B0604020202020204" pitchFamily="34" charset="0"/>
                        </a:rPr>
                        <a:t>18.5%</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DBDC"/>
                    </a:solidFill>
                  </a:tcPr>
                </a:tc>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ctr" fontAlgn="ctr">
                        <a:lnSpc>
                          <a:spcPct val="110000"/>
                        </a:lnSpc>
                      </a:pPr>
                      <a:r>
                        <a:rPr lang="en-US" sz="1000" b="0" i="0" u="none" strike="noStrike" spc="0" dirty="0">
                          <a:solidFill>
                            <a:schemeClr val="tx1"/>
                          </a:solidFill>
                          <a:effectLst/>
                          <a:latin typeface="Arial" panose="020B0604020202020204" pitchFamily="34" charset="0"/>
                          <a:cs typeface="Arial" panose="020B0604020202020204" pitchFamily="34" charset="0"/>
                        </a:rPr>
                        <a:t>2,875</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DBDC"/>
                    </a:solidFill>
                  </a:tcPr>
                </a:tc>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ctr" defTabSz="901821">
                        <a:lnSpc>
                          <a:spcPct val="110000"/>
                        </a:lnSpc>
                        <a:defRPr/>
                      </a:pPr>
                      <a:r>
                        <a:rPr lang="en-GB" altLang="en-US" sz="1000" b="0" spc="0" dirty="0">
                          <a:solidFill>
                            <a:schemeClr val="tx1"/>
                          </a:solidFill>
                          <a:latin typeface="Arial" panose="020B0604020202020204" pitchFamily="34" charset="0"/>
                          <a:cs typeface="Arial" panose="020B0604020202020204" pitchFamily="34" charset="0"/>
                        </a:rPr>
                        <a:t>17.4% </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DBDC"/>
                    </a:solidFill>
                  </a:tcPr>
                </a:tc>
                <a:tc>
                  <a:txBody>
                    <a:bodyPr/>
                    <a:lstStyle/>
                    <a:p>
                      <a:pPr algn="ctr" defTabSz="901821">
                        <a:lnSpc>
                          <a:spcPct val="110000"/>
                        </a:lnSpc>
                        <a:defRPr/>
                      </a:pPr>
                      <a:endParaRPr lang="en-GB" altLang="en-US" sz="1100" b="0" strike="noStrike" kern="0" cap="all" spc="0" normalizeH="0" baseline="0" dirty="0">
                        <a:solidFill>
                          <a:schemeClr val="tx1"/>
                        </a:solidFill>
                        <a:latin typeface="Arial" panose="020B0604020202020204" pitchFamily="34" charset="0"/>
                        <a:cs typeface="Arial" panose="020B0604020202020204" pitchFamily="34" charset="0"/>
                      </a:endParaRP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DBDC"/>
                    </a:solidFill>
                  </a:tcPr>
                </a:tc>
                <a:extLst>
                  <a:ext uri="{0D108BD9-81ED-4DB2-BD59-A6C34878D82A}">
                    <a16:rowId xmlns:a16="http://schemas.microsoft.com/office/drawing/2014/main" val="10004"/>
                  </a:ext>
                </a:extLst>
              </a:tr>
              <a:tr h="628838">
                <a:tc>
                  <a:txBody>
                    <a:bodyPr/>
                    <a:lstStyle>
                      <a:defPPr>
                        <a:defRPr lang="en-US"/>
                      </a:defPPr>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l" rtl="0" fontAlgn="ctr">
                        <a:lnSpc>
                          <a:spcPct val="110000"/>
                        </a:lnSpc>
                      </a:pPr>
                      <a:r>
                        <a:rPr lang="en-US" sz="1100" b="0" i="0" u="none" strike="noStrike" spc="0" noProof="0" dirty="0">
                          <a:solidFill>
                            <a:schemeClr val="tx1"/>
                          </a:solidFill>
                          <a:latin typeface="Arial" panose="020B0604020202020204" pitchFamily="34" charset="0"/>
                          <a:cs typeface="Arial" panose="020B0604020202020204" pitchFamily="34" charset="0"/>
                        </a:rPr>
                        <a:t>OCF</a:t>
                      </a:r>
                      <a:r>
                        <a:rPr lang="en-US" sz="1100" b="0" i="0" u="none" strike="noStrike" spc="0" baseline="30000" noProof="0" dirty="0">
                          <a:solidFill>
                            <a:schemeClr val="tx1"/>
                          </a:solidFill>
                          <a:latin typeface="Arial" panose="020B0604020202020204" pitchFamily="34" charset="0"/>
                          <a:cs typeface="Arial" panose="020B0604020202020204" pitchFamily="34" charset="0"/>
                        </a:rPr>
                        <a:t>3 </a:t>
                      </a:r>
                      <a:r>
                        <a:rPr lang="en-US" sz="1100" b="0" i="0" u="none" strike="noStrike" spc="0" noProof="0" dirty="0">
                          <a:solidFill>
                            <a:schemeClr val="tx1"/>
                          </a:solidFill>
                          <a:latin typeface="Arial" panose="020B0604020202020204" pitchFamily="34" charset="0"/>
                          <a:cs typeface="Arial" panose="020B0604020202020204" pitchFamily="34" charset="0"/>
                        </a:rPr>
                        <a:t>Margin</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lnSpc>
                          <a:spcPct val="110000"/>
                        </a:lnSpc>
                      </a:pPr>
                      <a:r>
                        <a:rPr lang="en-GB" sz="1000" b="0" i="0" u="none" strike="noStrike" spc="0" dirty="0">
                          <a:solidFill>
                            <a:schemeClr val="tx1"/>
                          </a:solidFill>
                          <a:effectLst/>
                          <a:latin typeface="Arial" panose="020B0604020202020204" pitchFamily="34" charset="0"/>
                          <a:cs typeface="Arial" panose="020B0604020202020204" pitchFamily="34" charset="0"/>
                        </a:rPr>
                        <a:t>22.3%</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ctr" fontAlgn="b">
                        <a:lnSpc>
                          <a:spcPct val="110000"/>
                        </a:lnSpc>
                      </a:pPr>
                      <a:r>
                        <a:rPr lang="en-US" sz="1000" b="0" i="0" u="none" strike="noStrike" spc="0" dirty="0">
                          <a:solidFill>
                            <a:schemeClr val="tx1"/>
                          </a:solidFill>
                          <a:effectLst/>
                          <a:latin typeface="Arial" panose="020B0604020202020204" pitchFamily="34" charset="0"/>
                          <a:cs typeface="Arial" panose="020B0604020202020204" pitchFamily="34" charset="0"/>
                        </a:rPr>
                        <a:t>(2,067)</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ctr" defTabSz="901821">
                        <a:lnSpc>
                          <a:spcPct val="110000"/>
                        </a:lnSpc>
                        <a:defRPr/>
                      </a:pPr>
                      <a:r>
                        <a:rPr lang="en-GB" altLang="en-US" sz="1000" b="0" spc="0" dirty="0">
                          <a:solidFill>
                            <a:schemeClr val="tx1"/>
                          </a:solidFill>
                          <a:latin typeface="Arial" panose="020B0604020202020204" pitchFamily="34" charset="0"/>
                          <a:cs typeface="Arial" panose="020B0604020202020204" pitchFamily="34" charset="0"/>
                        </a:rPr>
                        <a:t>23.3% </a:t>
                      </a:r>
                      <a:br>
                        <a:rPr lang="en-GB" altLang="en-US" sz="1000" b="0" spc="0" dirty="0">
                          <a:solidFill>
                            <a:schemeClr val="tx1"/>
                          </a:solidFill>
                          <a:latin typeface="Arial" panose="020B0604020202020204" pitchFamily="34" charset="0"/>
                          <a:cs typeface="Arial" panose="020B0604020202020204" pitchFamily="34" charset="0"/>
                        </a:rPr>
                      </a:br>
                      <a:r>
                        <a:rPr lang="en-GB" altLang="en-US" sz="1000" b="0" spc="0" dirty="0">
                          <a:solidFill>
                            <a:schemeClr val="tx1"/>
                          </a:solidFill>
                          <a:latin typeface="Arial" panose="020B0604020202020204" pitchFamily="34" charset="0"/>
                          <a:cs typeface="Arial" panose="020B0604020202020204" pitchFamily="34" charset="0"/>
                        </a:rPr>
                        <a:t>+1 P.P. </a:t>
                      </a:r>
                      <a:r>
                        <a:rPr lang="en-GB" altLang="en-US" sz="1000" b="0" spc="0" dirty="0" err="1">
                          <a:solidFill>
                            <a:schemeClr val="tx1"/>
                          </a:solidFill>
                          <a:latin typeface="Arial" panose="020B0604020202020204" pitchFamily="34" charset="0"/>
                          <a:cs typeface="Arial" panose="020B0604020202020204" pitchFamily="34" charset="0"/>
                        </a:rPr>
                        <a:t>YoY</a:t>
                      </a:r>
                      <a:endParaRPr lang="en-GB" altLang="en-US" sz="1000" b="0" spc="0" dirty="0">
                        <a:solidFill>
                          <a:schemeClr val="tx1"/>
                        </a:solidFill>
                        <a:latin typeface="Arial" panose="020B0604020202020204" pitchFamily="34" charset="0"/>
                        <a:cs typeface="Arial" panose="020B0604020202020204" pitchFamily="34" charset="0"/>
                      </a:endParaRP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defTabSz="901821">
                        <a:lnSpc>
                          <a:spcPct val="110000"/>
                        </a:lnSpc>
                        <a:defRPr/>
                      </a:pPr>
                      <a:endParaRPr lang="en-GB" altLang="en-US" sz="1100" b="0" strike="noStrike" kern="0" cap="all" spc="0" normalizeH="0" baseline="0" dirty="0">
                        <a:solidFill>
                          <a:schemeClr val="tx1"/>
                        </a:solidFill>
                        <a:latin typeface="Arial" panose="020B0604020202020204" pitchFamily="34" charset="0"/>
                        <a:cs typeface="Arial" panose="020B0604020202020204" pitchFamily="34" charset="0"/>
                      </a:endParaRP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5"/>
                  </a:ext>
                </a:extLst>
              </a:tr>
              <a:tr h="628838">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l" rtl="0" fontAlgn="ctr">
                        <a:lnSpc>
                          <a:spcPct val="110000"/>
                        </a:lnSpc>
                      </a:pPr>
                      <a:r>
                        <a:rPr lang="en-US" sz="1100" b="0" i="0" u="none" strike="noStrike" spc="0" noProof="0" dirty="0">
                          <a:solidFill>
                            <a:schemeClr val="tx1"/>
                          </a:solidFill>
                          <a:latin typeface="Arial" panose="020B0604020202020204" pitchFamily="34" charset="0"/>
                          <a:cs typeface="Arial" panose="020B0604020202020204" pitchFamily="34" charset="0"/>
                        </a:rPr>
                        <a:t>Leverage</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DBDC"/>
                    </a:solidFill>
                  </a:tcPr>
                </a:tc>
                <a:tc>
                  <a:txBody>
                    <a:bodyPr/>
                    <a:lstStyle/>
                    <a:p>
                      <a:pPr algn="ctr" fontAlgn="ctr">
                        <a:lnSpc>
                          <a:spcPct val="110000"/>
                        </a:lnSpc>
                      </a:pPr>
                      <a:r>
                        <a:rPr lang="en-GB" sz="1000" b="0" i="0" u="none" strike="noStrike" spc="0" dirty="0">
                          <a:solidFill>
                            <a:schemeClr val="tx1"/>
                          </a:solidFill>
                          <a:effectLst/>
                          <a:latin typeface="Arial" panose="020B0604020202020204" pitchFamily="34" charset="0"/>
                          <a:cs typeface="Arial" panose="020B0604020202020204" pitchFamily="34" charset="0"/>
                        </a:rPr>
                        <a:t>1.4x</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DBDC"/>
                    </a:solidFill>
                  </a:tcPr>
                </a:tc>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ctr" fontAlgn="b">
                        <a:lnSpc>
                          <a:spcPct val="110000"/>
                        </a:lnSpc>
                      </a:pPr>
                      <a:r>
                        <a:rPr lang="en-US" sz="1000" b="0" i="0" u="none" strike="noStrike" spc="0" dirty="0">
                          <a:solidFill>
                            <a:schemeClr val="tx1"/>
                          </a:solidFill>
                          <a:effectLst/>
                          <a:latin typeface="Arial" panose="020B0604020202020204" pitchFamily="34" charset="0"/>
                          <a:cs typeface="Arial" panose="020B0604020202020204" pitchFamily="34" charset="0"/>
                        </a:rPr>
                        <a:t>(283)</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DBDC"/>
                    </a:solidFill>
                  </a:tcPr>
                </a:tc>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algn="ctr" defTabSz="901821">
                        <a:lnSpc>
                          <a:spcPct val="110000"/>
                        </a:lnSpc>
                        <a:defRPr/>
                      </a:pPr>
                      <a:r>
                        <a:rPr lang="en-US" altLang="en-US" sz="1000" b="0" spc="0" dirty="0">
                          <a:solidFill>
                            <a:schemeClr val="tx1"/>
                          </a:solidFill>
                          <a:latin typeface="Arial" panose="020B0604020202020204" pitchFamily="34" charset="0"/>
                          <a:cs typeface="Arial" panose="020B0604020202020204" pitchFamily="34" charset="0"/>
                        </a:rPr>
                        <a:t>2.0x</a:t>
                      </a: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DBDC"/>
                    </a:solidFill>
                  </a:tcPr>
                </a:tc>
                <a:tc>
                  <a:txBody>
                    <a:bodyPr/>
                    <a:lstStyle/>
                    <a:p>
                      <a:pPr algn="ctr" defTabSz="901821">
                        <a:lnSpc>
                          <a:spcPct val="110000"/>
                        </a:lnSpc>
                        <a:defRPr/>
                      </a:pPr>
                      <a:endParaRPr lang="en-US" altLang="en-US" sz="1100" b="0" strike="noStrike" kern="0" cap="all" spc="0" normalizeH="0" baseline="0" dirty="0">
                        <a:solidFill>
                          <a:schemeClr val="tx1"/>
                        </a:solidFill>
                        <a:latin typeface="Arial" panose="020B0604020202020204" pitchFamily="34" charset="0"/>
                        <a:cs typeface="Arial" panose="020B0604020202020204" pitchFamily="34" charset="0"/>
                      </a:endParaRPr>
                    </a:p>
                  </a:txBody>
                  <a:tcPr marL="126724" marR="126724" marT="64211" marB="6333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DBDC"/>
                    </a:solidFill>
                  </a:tcPr>
                </a:tc>
                <a:extLst>
                  <a:ext uri="{0D108BD9-81ED-4DB2-BD59-A6C34878D82A}">
                    <a16:rowId xmlns:a16="http://schemas.microsoft.com/office/drawing/2014/main" val="10006"/>
                  </a:ext>
                </a:extLst>
              </a:tr>
            </a:tbl>
          </a:graphicData>
        </a:graphic>
      </p:graphicFrame>
      <p:pic>
        <p:nvPicPr>
          <p:cNvPr id="8" name="Graphic 7" descr="Checkmark with solid fill">
            <a:extLst>
              <a:ext uri="{FF2B5EF4-FFF2-40B4-BE49-F238E27FC236}">
                <a16:creationId xmlns:a16="http://schemas.microsoft.com/office/drawing/2014/main" id="{76833894-6327-109F-C75D-9F158BB3619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60153" y="3429000"/>
            <a:ext cx="457200" cy="457200"/>
          </a:xfrm>
          <a:prstGeom prst="rect">
            <a:avLst/>
          </a:prstGeom>
        </p:spPr>
      </p:pic>
      <p:pic>
        <p:nvPicPr>
          <p:cNvPr id="9" name="Graphic 8" descr="Checkmark with solid fill">
            <a:extLst>
              <a:ext uri="{FF2B5EF4-FFF2-40B4-BE49-F238E27FC236}">
                <a16:creationId xmlns:a16="http://schemas.microsoft.com/office/drawing/2014/main" id="{9B1DF473-8706-78AC-C944-41C45472481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60153" y="4001294"/>
            <a:ext cx="457200" cy="457200"/>
          </a:xfrm>
          <a:prstGeom prst="rect">
            <a:avLst/>
          </a:prstGeom>
        </p:spPr>
      </p:pic>
      <p:pic>
        <p:nvPicPr>
          <p:cNvPr id="10" name="Graphic 9" descr="Checkmark with solid fill">
            <a:extLst>
              <a:ext uri="{FF2B5EF4-FFF2-40B4-BE49-F238E27FC236}">
                <a16:creationId xmlns:a16="http://schemas.microsoft.com/office/drawing/2014/main" id="{68F0B03E-1BCE-684A-2C10-B564C5584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60153" y="4665829"/>
            <a:ext cx="457200" cy="457200"/>
          </a:xfrm>
          <a:prstGeom prst="rect">
            <a:avLst/>
          </a:prstGeom>
        </p:spPr>
      </p:pic>
      <p:pic>
        <p:nvPicPr>
          <p:cNvPr id="11" name="Graphic 10" descr="Checkmark with solid fill">
            <a:extLst>
              <a:ext uri="{FF2B5EF4-FFF2-40B4-BE49-F238E27FC236}">
                <a16:creationId xmlns:a16="http://schemas.microsoft.com/office/drawing/2014/main" id="{867C534A-34ED-9446-F18B-D0F72A31B6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60153" y="5330364"/>
            <a:ext cx="457200" cy="457200"/>
          </a:xfrm>
          <a:prstGeom prst="rect">
            <a:avLst/>
          </a:prstGeom>
        </p:spPr>
      </p:pic>
      <p:pic>
        <p:nvPicPr>
          <p:cNvPr id="12" name="Graphic 11" descr="Checkmark with solid fill">
            <a:extLst>
              <a:ext uri="{FF2B5EF4-FFF2-40B4-BE49-F238E27FC236}">
                <a16:creationId xmlns:a16="http://schemas.microsoft.com/office/drawing/2014/main" id="{5AC87D6A-A964-077C-B536-EA60CB653D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60153" y="5923012"/>
            <a:ext cx="457200" cy="457200"/>
          </a:xfrm>
          <a:prstGeom prst="rect">
            <a:avLst/>
          </a:prstGeom>
        </p:spPr>
      </p:pic>
      <p:sp>
        <p:nvSpPr>
          <p:cNvPr id="14" name="Text Placeholder 4">
            <a:extLst>
              <a:ext uri="{FF2B5EF4-FFF2-40B4-BE49-F238E27FC236}">
                <a16:creationId xmlns:a16="http://schemas.microsoft.com/office/drawing/2014/main" id="{323FA8BC-7D7F-875A-DF71-E5AA4ABC65CC}"/>
              </a:ext>
            </a:extLst>
          </p:cNvPr>
          <p:cNvSpPr txBox="1">
            <a:spLocks/>
          </p:cNvSpPr>
          <p:nvPr/>
        </p:nvSpPr>
        <p:spPr>
          <a:xfrm>
            <a:off x="838200" y="1801813"/>
            <a:ext cx="7570788" cy="9001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01821" eaLnBrk="0" hangingPunct="0"/>
            <a:r>
              <a:rPr lang="en-US" sz="1800" kern="0" spc="80" dirty="0">
                <a:latin typeface="Arial" panose="020B0604020202020204" pitchFamily="34" charset="0"/>
                <a:cs typeface="Arial" panose="020B0604020202020204" pitchFamily="34" charset="0"/>
              </a:rPr>
              <a:t>Supporting Content Headline</a:t>
            </a:r>
          </a:p>
          <a:p>
            <a:endParaRPr lang="en-US"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2C81F39E-B7CD-4A89-89E3-D49AEA605F32}"/>
              </a:ext>
            </a:extLst>
          </p:cNvPr>
          <p:cNvSpPr txBox="1"/>
          <p:nvPr/>
        </p:nvSpPr>
        <p:spPr>
          <a:xfrm>
            <a:off x="8494386" y="5923012"/>
            <a:ext cx="3184696" cy="293798"/>
          </a:xfrm>
          <a:prstGeom prst="rect">
            <a:avLst/>
          </a:prstGeom>
          <a:noFill/>
        </p:spPr>
        <p:txBody>
          <a:bodyPr wrap="square">
            <a:spAutoFit/>
          </a:bodyPr>
          <a:lstStyle/>
          <a:p>
            <a:pPr marL="0" indent="0" defTabSz="901821">
              <a:lnSpc>
                <a:spcPct val="130000"/>
              </a:lnSpc>
              <a:buClr>
                <a:srgbClr val="F6A11B"/>
              </a:buClr>
              <a:buSzPct val="100000"/>
            </a:pPr>
            <a:r>
              <a:rPr lang="en-US" sz="1100" kern="0" spc="80" dirty="0">
                <a:solidFill>
                  <a:srgbClr val="979797"/>
                </a:solidFill>
                <a:latin typeface="Arial" panose="020B0604020202020204" pitchFamily="34" charset="0"/>
                <a:cs typeface="Arial" panose="020B0604020202020204" pitchFamily="34" charset="0"/>
              </a:rPr>
              <a:t>Notes will be pointed here</a:t>
            </a:r>
            <a:endParaRPr lang="en-GB" sz="1100" spc="8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4979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5D36F-3159-30F6-1A01-7AED3B6EEB6C}"/>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Section Title Set Across 1 or 2 Lines</a:t>
            </a:r>
            <a:endParaRPr lang="en-US" dirty="0">
              <a:solidFill>
                <a:srgbClr val="F56F1F"/>
              </a:solidFill>
              <a:latin typeface="Arial" panose="020B0604020202020204" pitchFamily="34" charset="0"/>
              <a:cs typeface="Arial" panose="020B0604020202020204" pitchFamily="34" charset="0"/>
            </a:endParaRPr>
          </a:p>
        </p:txBody>
      </p:sp>
      <p:graphicFrame>
        <p:nvGraphicFramePr>
          <p:cNvPr id="5" name="Grafiek 9">
            <a:extLst>
              <a:ext uri="{FF2B5EF4-FFF2-40B4-BE49-F238E27FC236}">
                <a16:creationId xmlns:a16="http://schemas.microsoft.com/office/drawing/2014/main" id="{6862A8B6-533A-D194-DC1F-8D107750E344}"/>
              </a:ext>
            </a:extLst>
          </p:cNvPr>
          <p:cNvGraphicFramePr/>
          <p:nvPr>
            <p:extLst>
              <p:ext uri="{D42A27DB-BD31-4B8C-83A1-F6EECF244321}">
                <p14:modId xmlns:p14="http://schemas.microsoft.com/office/powerpoint/2010/main" val="800900084"/>
              </p:ext>
            </p:extLst>
          </p:nvPr>
        </p:nvGraphicFramePr>
        <p:xfrm>
          <a:off x="504497" y="1937314"/>
          <a:ext cx="7801003" cy="4064288"/>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8F9E7B5E-1F45-6875-86F4-AADEFA692704}"/>
              </a:ext>
            </a:extLst>
          </p:cNvPr>
          <p:cNvSpPr>
            <a:spLocks/>
          </p:cNvSpPr>
          <p:nvPr/>
        </p:nvSpPr>
        <p:spPr bwMode="auto">
          <a:xfrm>
            <a:off x="603296" y="5918492"/>
            <a:ext cx="8517040" cy="495692"/>
          </a:xfrm>
          <a:prstGeom prst="rect">
            <a:avLst/>
          </a:prstGeom>
          <a:noFill/>
          <a:ln w="6350">
            <a:noFill/>
            <a:miter lim="800000"/>
            <a:headEnd/>
            <a:tailEnd/>
          </a:ln>
          <a:effectLst/>
        </p:spPr>
        <p:txBody>
          <a:bodyPr wrap="square" lIns="274320" tIns="0" rIns="457200" bIns="21049" anchor="ctr" anchorCtr="0">
            <a:noAutofit/>
          </a:bodyPr>
          <a:lstStyle/>
          <a:p>
            <a:pPr marL="0" marR="0" lvl="0" indent="0" algn="l" defTabSz="901821"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50" normalizeH="0" baseline="0" noProof="0" dirty="0">
                <a:ln>
                  <a:noFill/>
                </a:ln>
                <a:solidFill>
                  <a:srgbClr val="171616"/>
                </a:solidFill>
                <a:effectLst/>
                <a:uLnTx/>
                <a:uFillTx/>
                <a:latin typeface="Arial" panose="020B0604020202020204" pitchFamily="34" charset="0"/>
                <a:cs typeface="Arial" panose="020B0604020202020204" pitchFamily="34" charset="0"/>
              </a:rPr>
              <a:t>NET DEBT / EBITDA</a:t>
            </a:r>
            <a:r>
              <a:rPr kumimoji="0" lang="en-US" sz="1400" b="0" i="0" u="none" strike="noStrike" kern="1200" cap="none" spc="150" normalizeH="0" baseline="30000" noProof="0" dirty="0">
                <a:ln>
                  <a:noFill/>
                </a:ln>
                <a:solidFill>
                  <a:srgbClr val="171616"/>
                </a:solidFill>
                <a:effectLst/>
                <a:uLnTx/>
                <a:uFillTx/>
                <a:latin typeface="Arial" panose="020B0604020202020204" pitchFamily="34" charset="0"/>
                <a:cs typeface="Arial" panose="020B0604020202020204" pitchFamily="34" charset="0"/>
              </a:rPr>
              <a:t>2</a:t>
            </a:r>
            <a:endParaRPr kumimoji="0" lang="en-GB" sz="1400" b="0" i="0" u="none" strike="noStrike" kern="1200" cap="none" spc="150" normalizeH="0" baseline="30000" noProof="0" dirty="0">
              <a:ln>
                <a:noFill/>
              </a:ln>
              <a:solidFill>
                <a:srgbClr val="171616"/>
              </a:solidFill>
              <a:effectLst/>
              <a:uLnTx/>
              <a:uFillTx/>
              <a:latin typeface="Arial" panose="020B0604020202020204" pitchFamily="34" charset="0"/>
              <a:cs typeface="Arial" panose="020B0604020202020204" pitchFamily="34" charset="0"/>
            </a:endParaRPr>
          </a:p>
        </p:txBody>
      </p:sp>
      <p:sp>
        <p:nvSpPr>
          <p:cNvPr id="3" name="Text Placeholder 4">
            <a:extLst>
              <a:ext uri="{FF2B5EF4-FFF2-40B4-BE49-F238E27FC236}">
                <a16:creationId xmlns:a16="http://schemas.microsoft.com/office/drawing/2014/main" id="{09F3515E-2AF7-7F94-FEBB-156857FAC53B}"/>
              </a:ext>
            </a:extLst>
          </p:cNvPr>
          <p:cNvSpPr txBox="1">
            <a:spLocks/>
          </p:cNvSpPr>
          <p:nvPr/>
        </p:nvSpPr>
        <p:spPr>
          <a:xfrm>
            <a:off x="838200" y="1801813"/>
            <a:ext cx="7570788" cy="9001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01821" eaLnBrk="0" hangingPunct="0"/>
            <a:r>
              <a:rPr lang="en-US" sz="1800" kern="0" spc="80" dirty="0">
                <a:latin typeface="Arial" panose="020B0604020202020204" pitchFamily="34" charset="0"/>
                <a:cs typeface="Arial" panose="020B0604020202020204" pitchFamily="34" charset="0"/>
              </a:rPr>
              <a:t>Supporting Content Headline</a:t>
            </a:r>
          </a:p>
          <a:p>
            <a:endParaRPr lang="en-US" dirty="0">
              <a:latin typeface="Arial" panose="020B0604020202020204" pitchFamily="34" charset="0"/>
              <a:cs typeface="Arial" panose="020B0604020202020204" pitchFamily="34" charset="0"/>
            </a:endParaRPr>
          </a:p>
        </p:txBody>
      </p:sp>
      <p:sp>
        <p:nvSpPr>
          <p:cNvPr id="4" name="Text Placeholder 2">
            <a:extLst>
              <a:ext uri="{FF2B5EF4-FFF2-40B4-BE49-F238E27FC236}">
                <a16:creationId xmlns:a16="http://schemas.microsoft.com/office/drawing/2014/main" id="{B94768DB-8B98-5875-851B-A74236C40DF6}"/>
              </a:ext>
            </a:extLst>
          </p:cNvPr>
          <p:cNvSpPr>
            <a:spLocks noGrp="1"/>
          </p:cNvSpPr>
          <p:nvPr>
            <p:ph type="body" sz="quarter" idx="17"/>
          </p:nvPr>
        </p:nvSpPr>
        <p:spPr>
          <a:xfrm>
            <a:off x="8399943" y="1636713"/>
            <a:ext cx="3373582" cy="4856162"/>
          </a:xfrm>
        </p:spPr>
        <p:txBody>
          <a:bodyPr>
            <a:normAutofit/>
          </a:bodyPr>
          <a:lstStyle/>
          <a:p>
            <a:pPr marL="210312" indent="-274320" defTabSz="901821">
              <a:lnSpc>
                <a:spcPct val="130000"/>
              </a:lnSpc>
              <a:buClr>
                <a:srgbClr val="F6A11B"/>
              </a:buClr>
              <a:buSzPct val="100000"/>
              <a:buFont typeface="Wingdings" panose="05000000000000000000" pitchFamily="2" charset="2"/>
              <a:buChar char="q"/>
            </a:pPr>
            <a:r>
              <a:rPr lang="en-GB" spc="80" dirty="0">
                <a:latin typeface="Arial" panose="020B0604020202020204" pitchFamily="34" charset="0"/>
                <a:cs typeface="Arial" panose="020B0604020202020204" pitchFamily="34" charset="0"/>
              </a:rPr>
              <a:t>Content</a:t>
            </a:r>
          </a:p>
          <a:p>
            <a:pPr marL="210312" indent="-274320" defTabSz="901821">
              <a:lnSpc>
                <a:spcPct val="130000"/>
              </a:lnSpc>
              <a:buClr>
                <a:srgbClr val="F6A11B"/>
              </a:buClr>
              <a:buSzPct val="100000"/>
              <a:buFont typeface="Wingdings" panose="05000000000000000000" pitchFamily="2" charset="2"/>
              <a:buChar char="q"/>
            </a:pPr>
            <a:r>
              <a:rPr lang="en-GB" spc="80" dirty="0">
                <a:latin typeface="Arial" panose="020B0604020202020204" pitchFamily="34" charset="0"/>
                <a:cs typeface="Arial" panose="020B0604020202020204" pitchFamily="34" charset="0"/>
              </a:rPr>
              <a:t>Content</a:t>
            </a:r>
            <a:endParaRPr lang="en-US" spc="80" dirty="0">
              <a:latin typeface="Arial" panose="020B0604020202020204" pitchFamily="34" charset="0"/>
              <a:cs typeface="Arial" panose="020B0604020202020204" pitchFamily="34" charset="0"/>
            </a:endParaRPr>
          </a:p>
          <a:p>
            <a:pPr marL="210312" indent="-274320" defTabSz="901821">
              <a:lnSpc>
                <a:spcPct val="130000"/>
              </a:lnSpc>
              <a:buClr>
                <a:srgbClr val="F6A11B"/>
              </a:buClr>
              <a:buSzPct val="100000"/>
              <a:buFont typeface="Wingdings" panose="05000000000000000000" pitchFamily="2" charset="2"/>
              <a:buChar char="q"/>
            </a:pPr>
            <a:r>
              <a:rPr lang="en-GB" spc="80" dirty="0">
                <a:latin typeface="Arial" panose="020B0604020202020204" pitchFamily="34" charset="0"/>
                <a:cs typeface="Arial" panose="020B0604020202020204" pitchFamily="34" charset="0"/>
              </a:rPr>
              <a:t>Content</a:t>
            </a:r>
            <a:endParaRPr lang="en-US" spc="80" dirty="0">
              <a:latin typeface="Arial" panose="020B0604020202020204" pitchFamily="34" charset="0"/>
              <a:cs typeface="Arial" panose="020B0604020202020204" pitchFamily="34" charset="0"/>
            </a:endParaRPr>
          </a:p>
          <a:p>
            <a:pPr marL="210312" indent="-274320" defTabSz="901821">
              <a:lnSpc>
                <a:spcPct val="130000"/>
              </a:lnSpc>
              <a:buClr>
                <a:srgbClr val="F6A11B"/>
              </a:buClr>
              <a:buSzPct val="100000"/>
              <a:buFont typeface="Wingdings" panose="05000000000000000000" pitchFamily="2" charset="2"/>
              <a:buChar char="q"/>
            </a:pPr>
            <a:endParaRPr lang="en-US" spc="80" dirty="0">
              <a:latin typeface="Arial" panose="020B0604020202020204" pitchFamily="34" charset="0"/>
              <a:cs typeface="Arial" panose="020B0604020202020204" pitchFamily="34" charset="0"/>
            </a:endParaRPr>
          </a:p>
          <a:p>
            <a:pPr marL="0" indent="0" defTabSz="901821">
              <a:lnSpc>
                <a:spcPct val="130000"/>
              </a:lnSpc>
              <a:buClr>
                <a:srgbClr val="F6A11B"/>
              </a:buClr>
              <a:buSzPct val="100000"/>
            </a:pPr>
            <a:endParaRPr lang="en-US" sz="1100" kern="0" spc="80" dirty="0">
              <a:solidFill>
                <a:srgbClr val="979797"/>
              </a:solidFill>
              <a:latin typeface="Arial" panose="020B0604020202020204" pitchFamily="34" charset="0"/>
              <a:cs typeface="Arial" panose="020B0604020202020204" pitchFamily="34" charset="0"/>
            </a:endParaRPr>
          </a:p>
          <a:p>
            <a:endParaRPr lang="en-US" sz="11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7F973C51-2BFA-058D-B5AF-D5CC53BBED0F}"/>
              </a:ext>
            </a:extLst>
          </p:cNvPr>
          <p:cNvSpPr txBox="1"/>
          <p:nvPr/>
        </p:nvSpPr>
        <p:spPr>
          <a:xfrm>
            <a:off x="8494386" y="5923012"/>
            <a:ext cx="3184696" cy="293798"/>
          </a:xfrm>
          <a:prstGeom prst="rect">
            <a:avLst/>
          </a:prstGeom>
          <a:noFill/>
        </p:spPr>
        <p:txBody>
          <a:bodyPr wrap="square">
            <a:spAutoFit/>
          </a:bodyPr>
          <a:lstStyle/>
          <a:p>
            <a:pPr marL="0" indent="0" defTabSz="901821">
              <a:lnSpc>
                <a:spcPct val="130000"/>
              </a:lnSpc>
              <a:buClr>
                <a:srgbClr val="F6A11B"/>
              </a:buClr>
              <a:buSzPct val="100000"/>
            </a:pPr>
            <a:r>
              <a:rPr lang="en-US" sz="1100" kern="0" spc="80" dirty="0">
                <a:solidFill>
                  <a:srgbClr val="979797"/>
                </a:solidFill>
                <a:latin typeface="Arial" panose="020B0604020202020204" pitchFamily="34" charset="0"/>
                <a:cs typeface="Arial" panose="020B0604020202020204" pitchFamily="34" charset="0"/>
              </a:rPr>
              <a:t>Notes will be pointed here</a:t>
            </a:r>
            <a:endParaRPr lang="en-GB" sz="1100" spc="8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5940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B36DC-098D-818C-855C-EA72C93200A5}"/>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Section Title Set Across 1 or 2 Lines</a:t>
            </a:r>
            <a:endParaRPr lang="en-US" dirty="0">
              <a:solidFill>
                <a:srgbClr val="F56F1F"/>
              </a:solidFill>
              <a:latin typeface="Arial" panose="020B0604020202020204" pitchFamily="34" charset="0"/>
              <a:cs typeface="Arial" panose="020B0604020202020204" pitchFamily="34" charset="0"/>
            </a:endParaRPr>
          </a:p>
        </p:txBody>
      </p:sp>
      <p:sp>
        <p:nvSpPr>
          <p:cNvPr id="7" name="Text Placeholder 6">
            <a:extLst>
              <a:ext uri="{FF2B5EF4-FFF2-40B4-BE49-F238E27FC236}">
                <a16:creationId xmlns:a16="http://schemas.microsoft.com/office/drawing/2014/main" id="{A8FE4EBF-8941-CF6B-8978-7329FA9C7C2F}"/>
              </a:ext>
            </a:extLst>
          </p:cNvPr>
          <p:cNvSpPr>
            <a:spLocks noGrp="1"/>
          </p:cNvSpPr>
          <p:nvPr>
            <p:ph type="body" sz="quarter" idx="21"/>
          </p:nvPr>
        </p:nvSpPr>
        <p:spPr/>
        <p:txBody>
          <a:bodyPr>
            <a:normAutofit/>
          </a:bodyPr>
          <a:lstStyle/>
          <a:p>
            <a:pPr algn="ctr"/>
            <a:r>
              <a:rPr lang="en-US" sz="1100" dirty="0">
                <a:latin typeface="Arial" panose="020B0604020202020204" pitchFamily="34" charset="0"/>
                <a:cs typeface="Arial" panose="020B0604020202020204" pitchFamily="34" charset="0"/>
              </a:rPr>
              <a:t>Group Cash: USD 3.3 Billion</a:t>
            </a:r>
            <a:endParaRPr lang="en-US" sz="1100" baseline="30000" dirty="0">
              <a:latin typeface="Arial" panose="020B0604020202020204" pitchFamily="34" charset="0"/>
              <a:cs typeface="Arial" panose="020B0604020202020204" pitchFamily="34" charset="0"/>
            </a:endParaRPr>
          </a:p>
          <a:p>
            <a:pPr algn="ctr"/>
            <a:endParaRPr lang="en-US" sz="1100" dirty="0">
              <a:latin typeface="Arial" panose="020B0604020202020204" pitchFamily="34" charset="0"/>
              <a:cs typeface="Arial" panose="020B0604020202020204" pitchFamily="34" charset="0"/>
            </a:endParaRPr>
          </a:p>
        </p:txBody>
      </p:sp>
      <p:graphicFrame>
        <p:nvGraphicFramePr>
          <p:cNvPr id="8" name="Table 7">
            <a:extLst>
              <a:ext uri="{FF2B5EF4-FFF2-40B4-BE49-F238E27FC236}">
                <a16:creationId xmlns:a16="http://schemas.microsoft.com/office/drawing/2014/main" id="{6BA148CB-E8DE-60BC-1537-8248D6C4249C}"/>
              </a:ext>
            </a:extLst>
          </p:cNvPr>
          <p:cNvGraphicFramePr>
            <a:graphicFrameLocks noGrp="1"/>
          </p:cNvGraphicFramePr>
          <p:nvPr>
            <p:extLst>
              <p:ext uri="{D42A27DB-BD31-4B8C-83A1-F6EECF244321}">
                <p14:modId xmlns:p14="http://schemas.microsoft.com/office/powerpoint/2010/main" val="3685194028"/>
              </p:ext>
            </p:extLst>
          </p:nvPr>
        </p:nvGraphicFramePr>
        <p:xfrm>
          <a:off x="609601" y="2584342"/>
          <a:ext cx="5836169" cy="857716"/>
        </p:xfrm>
        <a:graphic>
          <a:graphicData uri="http://schemas.openxmlformats.org/drawingml/2006/table">
            <a:tbl>
              <a:tblPr firstRow="1" bandRow="1">
                <a:tableStyleId>{073A0DAA-6AF3-43AB-8588-CEC1D06C72B9}</a:tableStyleId>
              </a:tblPr>
              <a:tblGrid>
                <a:gridCol w="2616935">
                  <a:extLst>
                    <a:ext uri="{9D8B030D-6E8A-4147-A177-3AD203B41FA5}">
                      <a16:colId xmlns:a16="http://schemas.microsoft.com/office/drawing/2014/main" val="20000"/>
                    </a:ext>
                  </a:extLst>
                </a:gridCol>
                <a:gridCol w="3219234">
                  <a:extLst>
                    <a:ext uri="{9D8B030D-6E8A-4147-A177-3AD203B41FA5}">
                      <a16:colId xmlns:a16="http://schemas.microsoft.com/office/drawing/2014/main" val="20001"/>
                    </a:ext>
                  </a:extLst>
                </a:gridCol>
              </a:tblGrid>
              <a:tr h="285201">
                <a:tc>
                  <a:txBody>
                    <a:bodyPr/>
                    <a:lstStyle/>
                    <a:p>
                      <a:pPr algn="l" fontAlgn="b"/>
                      <a:r>
                        <a:rPr lang="nl-NL" sz="1100" b="0" i="0" u="none" strike="noStrike" dirty="0">
                          <a:solidFill>
                            <a:schemeClr val="bg1"/>
                          </a:solidFill>
                          <a:effectLst/>
                          <a:latin typeface="Arial" panose="020B0604020202020204" pitchFamily="34" charset="0"/>
                          <a:cs typeface="Arial" panose="020B0604020202020204" pitchFamily="34" charset="0"/>
                        </a:rPr>
                        <a:t>Headline</a:t>
                      </a:r>
                    </a:p>
                  </a:txBody>
                  <a:tcPr marL="8417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6A11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100" b="0" i="0" u="none" strike="noStrike" dirty="0">
                          <a:solidFill>
                            <a:schemeClr val="bg1"/>
                          </a:solidFill>
                          <a:effectLst/>
                          <a:latin typeface="Arial" panose="020B0604020202020204" pitchFamily="34" charset="0"/>
                          <a:cs typeface="Arial" panose="020B0604020202020204" pitchFamily="34" charset="0"/>
                        </a:rPr>
                        <a:t>Headline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6A11B"/>
                    </a:solidFill>
                  </a:tcPr>
                </a:tc>
                <a:extLst>
                  <a:ext uri="{0D108BD9-81ED-4DB2-BD59-A6C34878D82A}">
                    <a16:rowId xmlns:a16="http://schemas.microsoft.com/office/drawing/2014/main" val="10000"/>
                  </a:ext>
                </a:extLst>
              </a:tr>
              <a:tr h="287314">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nl-NL" sz="1100" b="0" i="0" u="none" strike="noStrike" kern="1200" dirty="0">
                          <a:solidFill>
                            <a:schemeClr val="tx1"/>
                          </a:solidFill>
                          <a:effectLst/>
                          <a:latin typeface="Arial" panose="020B0604020202020204" pitchFamily="34" charset="0"/>
                          <a:ea typeface="+mn-ea"/>
                          <a:cs typeface="Arial" panose="020B0604020202020204" pitchFamily="34" charset="0"/>
                        </a:rPr>
                        <a:t>Content</a:t>
                      </a:r>
                    </a:p>
                  </a:txBody>
                  <a:tcPr marL="8417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DBDC"/>
                    </a:solidFill>
                  </a:tcPr>
                </a:tc>
                <a:tc>
                  <a:txBody>
                    <a:bodyPr/>
                    <a:lstStyle/>
                    <a:p>
                      <a:r>
                        <a:rPr lang="en-US" sz="1100" b="0" dirty="0">
                          <a:solidFill>
                            <a:schemeClr val="tx1"/>
                          </a:solidFill>
                          <a:latin typeface="Arial" panose="020B0604020202020204" pitchFamily="34" charset="0"/>
                          <a:cs typeface="Arial" panose="020B0604020202020204" pitchFamily="34" charset="0"/>
                        </a:rPr>
                        <a:t>Content</a:t>
                      </a:r>
                    </a:p>
                  </a:txBody>
                  <a:tcPr marL="8417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DBDC"/>
                    </a:solidFill>
                  </a:tcPr>
                </a:tc>
                <a:extLst>
                  <a:ext uri="{0D108BD9-81ED-4DB2-BD59-A6C34878D82A}">
                    <a16:rowId xmlns:a16="http://schemas.microsoft.com/office/drawing/2014/main" val="10002"/>
                  </a:ext>
                </a:extLst>
              </a:tr>
              <a:tr h="285201">
                <a:tc>
                  <a:txBody>
                    <a:bodyPr/>
                    <a:lstStyle/>
                    <a:p>
                      <a:pPr marL="0" algn="l" defTabSz="914400" rtl="0" eaLnBrk="1" latinLnBrk="0" hangingPunct="1"/>
                      <a:r>
                        <a:rPr lang="nl-NL" sz="1100" b="0" kern="1200" dirty="0">
                          <a:solidFill>
                            <a:schemeClr val="tx1"/>
                          </a:solidFill>
                          <a:latin typeface="Arial" panose="020B0604020202020204" pitchFamily="34" charset="0"/>
                          <a:ea typeface="+mn-ea"/>
                          <a:cs typeface="Arial" panose="020B0604020202020204" pitchFamily="34" charset="0"/>
                        </a:rPr>
                        <a:t>Content</a:t>
                      </a:r>
                    </a:p>
                  </a:txBody>
                  <a:tcPr marL="8417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marL="0" algn="l" defTabSz="914400" rtl="0" eaLnBrk="1" latinLnBrk="0" hangingPunct="1"/>
                      <a:r>
                        <a:rPr lang="en-US" sz="1100" b="0" kern="1200" dirty="0">
                          <a:solidFill>
                            <a:schemeClr val="tx1"/>
                          </a:solidFill>
                          <a:latin typeface="Arial" panose="020B0604020202020204" pitchFamily="34" charset="0"/>
                          <a:ea typeface="+mn-ea"/>
                          <a:cs typeface="Arial" panose="020B0604020202020204" pitchFamily="34" charset="0"/>
                        </a:rPr>
                        <a:t>Content</a:t>
                      </a:r>
                    </a:p>
                  </a:txBody>
                  <a:tcPr marL="8417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bl>
          </a:graphicData>
        </a:graphic>
      </p:graphicFrame>
      <p:sp>
        <p:nvSpPr>
          <p:cNvPr id="9" name="Rectangle 8">
            <a:extLst>
              <a:ext uri="{FF2B5EF4-FFF2-40B4-BE49-F238E27FC236}">
                <a16:creationId xmlns:a16="http://schemas.microsoft.com/office/drawing/2014/main" id="{3FA91FDD-1DBC-515D-6C14-59B6119648B8}"/>
              </a:ext>
            </a:extLst>
          </p:cNvPr>
          <p:cNvSpPr/>
          <p:nvPr/>
        </p:nvSpPr>
        <p:spPr>
          <a:xfrm>
            <a:off x="617796" y="3767212"/>
            <a:ext cx="4682030" cy="354109"/>
          </a:xfrm>
          <a:prstGeom prst="rect">
            <a:avLst/>
          </a:prstGeom>
          <a:noFill/>
        </p:spPr>
        <p:txBody>
          <a:bodyPr wrap="square" lIns="0" tIns="53422" rIns="106841" bIns="53422">
            <a:spAutoFit/>
          </a:bodyPr>
          <a:lstStyle/>
          <a:p>
            <a:pPr marL="0" marR="0" lvl="0" indent="0" algn="l" defTabSz="914400" rtl="0" eaLnBrk="1" fontAlgn="auto" latinLnBrk="0" hangingPunct="1">
              <a:lnSpc>
                <a:spcPct val="100000"/>
              </a:lnSpc>
              <a:spcBef>
                <a:spcPts val="700"/>
              </a:spcBef>
              <a:spcAft>
                <a:spcPts val="0"/>
              </a:spcAft>
              <a:buClrTx/>
              <a:buSzTx/>
              <a:buFontTx/>
              <a:buNone/>
              <a:tabLst/>
              <a:defRPr/>
            </a:pPr>
            <a:r>
              <a:rPr lang="en-US" sz="1600" kern="0" spc="80" dirty="0">
                <a:solidFill>
                  <a:srgbClr val="171616"/>
                </a:solidFill>
                <a:latin typeface="Arial" panose="020B0604020202020204" pitchFamily="34" charset="0"/>
                <a:cs typeface="Arial" panose="020B0604020202020204" pitchFamily="34" charset="0"/>
              </a:rPr>
              <a:t>Section Title</a:t>
            </a:r>
            <a:r>
              <a:rPr kumimoji="0" lang="en-US" sz="1600" b="0" i="0" u="none" strike="noStrike" kern="0" cap="none" spc="80" normalizeH="0" baseline="0" noProof="0" dirty="0">
                <a:ln>
                  <a:noFill/>
                </a:ln>
                <a:solidFill>
                  <a:srgbClr val="171616"/>
                </a:solidFill>
                <a:effectLst/>
                <a:uLnTx/>
                <a:uFillTx/>
                <a:latin typeface="Arial" panose="020B0604020202020204" pitchFamily="34" charset="0"/>
                <a:cs typeface="Arial" panose="020B0604020202020204" pitchFamily="34" charset="0"/>
              </a:rPr>
              <a:t>:</a:t>
            </a:r>
          </a:p>
        </p:txBody>
      </p:sp>
      <p:graphicFrame>
        <p:nvGraphicFramePr>
          <p:cNvPr id="10" name="Table 9">
            <a:extLst>
              <a:ext uri="{FF2B5EF4-FFF2-40B4-BE49-F238E27FC236}">
                <a16:creationId xmlns:a16="http://schemas.microsoft.com/office/drawing/2014/main" id="{2C726238-4350-5BAF-00C3-304563325BD2}"/>
              </a:ext>
            </a:extLst>
          </p:cNvPr>
          <p:cNvGraphicFramePr>
            <a:graphicFrameLocks noGrp="1"/>
          </p:cNvGraphicFramePr>
          <p:nvPr>
            <p:extLst>
              <p:ext uri="{D42A27DB-BD31-4B8C-83A1-F6EECF244321}">
                <p14:modId xmlns:p14="http://schemas.microsoft.com/office/powerpoint/2010/main" val="872615712"/>
              </p:ext>
            </p:extLst>
          </p:nvPr>
        </p:nvGraphicFramePr>
        <p:xfrm>
          <a:off x="617795" y="4197980"/>
          <a:ext cx="5836169" cy="855603"/>
        </p:xfrm>
        <a:graphic>
          <a:graphicData uri="http://schemas.openxmlformats.org/drawingml/2006/table">
            <a:tbl>
              <a:tblPr firstRow="1" bandRow="1">
                <a:tableStyleId>{073A0DAA-6AF3-43AB-8588-CEC1D06C72B9}</a:tableStyleId>
              </a:tblPr>
              <a:tblGrid>
                <a:gridCol w="2625750">
                  <a:extLst>
                    <a:ext uri="{9D8B030D-6E8A-4147-A177-3AD203B41FA5}">
                      <a16:colId xmlns:a16="http://schemas.microsoft.com/office/drawing/2014/main" val="20000"/>
                    </a:ext>
                  </a:extLst>
                </a:gridCol>
                <a:gridCol w="3210419">
                  <a:extLst>
                    <a:ext uri="{9D8B030D-6E8A-4147-A177-3AD203B41FA5}">
                      <a16:colId xmlns:a16="http://schemas.microsoft.com/office/drawing/2014/main" val="20001"/>
                    </a:ext>
                  </a:extLst>
                </a:gridCol>
              </a:tblGrid>
              <a:tr h="285201">
                <a:tc>
                  <a:txBody>
                    <a:bodyPr/>
                    <a:lstStyle/>
                    <a:p>
                      <a:pPr algn="l" fontAlgn="b"/>
                      <a:r>
                        <a:rPr lang="nl-NL" sz="1100" b="0" i="0" u="none" strike="noStrike" dirty="0">
                          <a:solidFill>
                            <a:schemeClr val="bg1"/>
                          </a:solidFill>
                          <a:effectLst/>
                          <a:latin typeface="Arial" panose="020B0604020202020204" pitchFamily="34" charset="0"/>
                          <a:cs typeface="Arial" panose="020B0604020202020204" pitchFamily="34" charset="0"/>
                        </a:rPr>
                        <a:t>Headline</a:t>
                      </a:r>
                    </a:p>
                  </a:txBody>
                  <a:tcPr marL="8417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6A11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100" b="0" i="0" u="none" strike="noStrike" dirty="0">
                          <a:solidFill>
                            <a:schemeClr val="bg1"/>
                          </a:solidFill>
                          <a:effectLst/>
                          <a:latin typeface="Arial" panose="020B0604020202020204" pitchFamily="34" charset="0"/>
                          <a:cs typeface="Arial" panose="020B0604020202020204" pitchFamily="34" charset="0"/>
                        </a:rPr>
                        <a:t>Headline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6A11B"/>
                    </a:solidFill>
                  </a:tcPr>
                </a:tc>
                <a:extLst>
                  <a:ext uri="{0D108BD9-81ED-4DB2-BD59-A6C34878D82A}">
                    <a16:rowId xmlns:a16="http://schemas.microsoft.com/office/drawing/2014/main" val="10000"/>
                  </a:ext>
                </a:extLst>
              </a:tr>
              <a:tr h="285201">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nl-NL" sz="1100" b="0" i="0" u="none" strike="noStrike" kern="1200" dirty="0">
                          <a:solidFill>
                            <a:schemeClr val="tx1"/>
                          </a:solidFill>
                          <a:effectLst/>
                          <a:latin typeface="Arial" panose="020B0604020202020204" pitchFamily="34" charset="0"/>
                          <a:ea typeface="+mn-ea"/>
                          <a:cs typeface="Arial" panose="020B0604020202020204" pitchFamily="34" charset="0"/>
                        </a:rPr>
                        <a:t>Content</a:t>
                      </a:r>
                    </a:p>
                  </a:txBody>
                  <a:tcPr marL="8417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DBDC"/>
                    </a:solidFill>
                  </a:tcPr>
                </a:tc>
                <a:tc>
                  <a:txBody>
                    <a:bodyPr/>
                    <a:lstStyle/>
                    <a:p>
                      <a:r>
                        <a:rPr lang="en-US" sz="1100" b="0" dirty="0">
                          <a:solidFill>
                            <a:schemeClr val="tx1"/>
                          </a:solidFill>
                          <a:latin typeface="Arial" panose="020B0604020202020204" pitchFamily="34" charset="0"/>
                          <a:cs typeface="Arial" panose="020B0604020202020204" pitchFamily="34" charset="0"/>
                        </a:rPr>
                        <a:t>Content</a:t>
                      </a:r>
                    </a:p>
                  </a:txBody>
                  <a:tcPr marL="8417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DBDC"/>
                    </a:solidFill>
                  </a:tcPr>
                </a:tc>
                <a:extLst>
                  <a:ext uri="{0D108BD9-81ED-4DB2-BD59-A6C34878D82A}">
                    <a16:rowId xmlns:a16="http://schemas.microsoft.com/office/drawing/2014/main" val="10002"/>
                  </a:ext>
                </a:extLst>
              </a:tr>
              <a:tr h="285201">
                <a:tc>
                  <a:txBody>
                    <a:bodyPr/>
                    <a:lstStyle/>
                    <a:p>
                      <a:pPr marL="0" algn="l" defTabSz="914400" rtl="0" eaLnBrk="1" latinLnBrk="0" hangingPunct="1"/>
                      <a:r>
                        <a:rPr lang="nl-NL" sz="1100" b="0" kern="1200" dirty="0">
                          <a:solidFill>
                            <a:schemeClr val="tx1"/>
                          </a:solidFill>
                          <a:latin typeface="Arial" panose="020B0604020202020204" pitchFamily="34" charset="0"/>
                          <a:ea typeface="+mn-ea"/>
                          <a:cs typeface="Arial" panose="020B0604020202020204" pitchFamily="34" charset="0"/>
                        </a:rPr>
                        <a:t>Content</a:t>
                      </a:r>
                    </a:p>
                  </a:txBody>
                  <a:tcPr marL="8417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c>
                  <a:txBody>
                    <a:bodyPr/>
                    <a:lstStyle/>
                    <a:p>
                      <a:pPr marL="0" algn="l" defTabSz="914400" rtl="0" eaLnBrk="1" latinLnBrk="0" hangingPunct="1"/>
                      <a:r>
                        <a:rPr lang="en-US" sz="1100" b="0" kern="1200" dirty="0">
                          <a:solidFill>
                            <a:schemeClr val="tx1"/>
                          </a:solidFill>
                          <a:latin typeface="Arial" panose="020B0604020202020204" pitchFamily="34" charset="0"/>
                          <a:ea typeface="+mn-ea"/>
                          <a:cs typeface="Arial" panose="020B0604020202020204" pitchFamily="34" charset="0"/>
                        </a:rPr>
                        <a:t>Content</a:t>
                      </a:r>
                    </a:p>
                  </a:txBody>
                  <a:tcPr marL="8417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bl>
          </a:graphicData>
        </a:graphic>
      </p:graphicFrame>
      <p:sp>
        <p:nvSpPr>
          <p:cNvPr id="11" name="Text Placeholder 6">
            <a:extLst>
              <a:ext uri="{FF2B5EF4-FFF2-40B4-BE49-F238E27FC236}">
                <a16:creationId xmlns:a16="http://schemas.microsoft.com/office/drawing/2014/main" id="{1C14AEA0-3BC5-E915-CF10-F6238E4ECF39}"/>
              </a:ext>
            </a:extLst>
          </p:cNvPr>
          <p:cNvSpPr txBox="1">
            <a:spLocks/>
          </p:cNvSpPr>
          <p:nvPr/>
        </p:nvSpPr>
        <p:spPr>
          <a:xfrm>
            <a:off x="609602" y="2126390"/>
            <a:ext cx="8885572" cy="350515"/>
          </a:xfrm>
          <a:prstGeom prst="rect">
            <a:avLst/>
          </a:prstGeom>
        </p:spPr>
        <p:txBody>
          <a:bodyPr lIns="0" tIns="0" bIns="0"/>
          <a:lstStyle>
            <a:lvl1pPr marL="0" indent="0" algn="l" defTabSz="914400" rtl="0" eaLnBrk="1" latinLnBrk="0" hangingPunct="1">
              <a:lnSpc>
                <a:spcPct val="130000"/>
              </a:lnSpc>
              <a:spcBef>
                <a:spcPts val="0"/>
              </a:spcBef>
              <a:spcAft>
                <a:spcPts val="0"/>
              </a:spcAft>
              <a:buFont typeface="Arial"/>
              <a:buNone/>
              <a:defRPr sz="1800" kern="1200" spc="40" baseline="0">
                <a:solidFill>
                  <a:schemeClr val="tx1"/>
                </a:solidFill>
                <a:latin typeface="+mn-lt"/>
                <a:ea typeface="+mn-ea"/>
                <a:cs typeface="Roboto Regular"/>
              </a:defRPr>
            </a:lvl1pPr>
            <a:lvl2pPr marL="0" indent="0" algn="l" defTabSz="914400" rtl="0" eaLnBrk="1" latinLnBrk="0" hangingPunct="1">
              <a:lnSpc>
                <a:spcPct val="130000"/>
              </a:lnSpc>
              <a:spcBef>
                <a:spcPts val="0"/>
              </a:spcBef>
              <a:spcAft>
                <a:spcPts val="0"/>
              </a:spcAft>
              <a:buFont typeface="Arial"/>
              <a:buNone/>
              <a:defRPr sz="1600" b="0" i="0" kern="1200" cap="all" spc="130" baseline="0">
                <a:solidFill>
                  <a:schemeClr val="tx1"/>
                </a:solidFill>
                <a:latin typeface="+mn-lt"/>
                <a:ea typeface="+mn-ea"/>
                <a:cs typeface="Roboto Regular"/>
              </a:defRPr>
            </a:lvl2pPr>
            <a:lvl3pPr marL="0" indent="0" algn="l" defTabSz="914400" rtl="0" eaLnBrk="1" latinLnBrk="0" hangingPunct="1">
              <a:lnSpc>
                <a:spcPct val="130000"/>
              </a:lnSpc>
              <a:spcBef>
                <a:spcPts val="0"/>
              </a:spcBef>
              <a:spcAft>
                <a:spcPts val="0"/>
              </a:spcAft>
              <a:buFont typeface="Arial"/>
              <a:buNone/>
              <a:tabLst/>
              <a:defRPr sz="1400" kern="1200" spc="0">
                <a:solidFill>
                  <a:schemeClr val="tx1"/>
                </a:solidFill>
                <a:latin typeface="+mn-lt"/>
                <a:ea typeface="+mn-ea"/>
                <a:cs typeface="Roboto Regular"/>
              </a:defRPr>
            </a:lvl3pPr>
            <a:lvl4pPr marL="0" indent="0" algn="l" defTabSz="914400" rtl="0" eaLnBrk="1" latinLnBrk="0" hangingPunct="1">
              <a:lnSpc>
                <a:spcPct val="130000"/>
              </a:lnSpc>
              <a:spcBef>
                <a:spcPts val="0"/>
              </a:spcBef>
              <a:spcAft>
                <a:spcPts val="0"/>
              </a:spcAft>
              <a:buSzPct val="70000"/>
              <a:buFont typeface=".AppleSystemUIFont" charset="0"/>
              <a:buChar char="—"/>
              <a:tabLst/>
              <a:defRPr sz="1200" kern="1200" spc="0" baseline="0">
                <a:solidFill>
                  <a:schemeClr val="tx1"/>
                </a:solidFill>
                <a:latin typeface="+mn-lt"/>
                <a:ea typeface="+mn-ea"/>
                <a:cs typeface="Roboto Regular"/>
              </a:defRPr>
            </a:lvl4pPr>
            <a:lvl5pPr marL="0" indent="0" algn="l" defTabSz="914400" rtl="0" eaLnBrk="1" latinLnBrk="0" hangingPunct="1">
              <a:lnSpc>
                <a:spcPct val="130000"/>
              </a:lnSpc>
              <a:spcBef>
                <a:spcPts val="0"/>
              </a:spcBef>
              <a:spcAft>
                <a:spcPts val="0"/>
              </a:spcAft>
              <a:buSzPct val="70000"/>
              <a:buFont typeface=".AppleSystemUIFont" charset="0"/>
              <a:buChar char="—"/>
              <a:tabLst/>
              <a:defRPr sz="1000" kern="1200" spc="0" baseline="0">
                <a:solidFill>
                  <a:schemeClr val="tx1"/>
                </a:solidFill>
                <a:latin typeface="+mn-lt"/>
                <a:ea typeface="+mn-ea"/>
                <a:cs typeface="Roboto Regular"/>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700"/>
              </a:spcBef>
              <a:spcAft>
                <a:spcPts val="0"/>
              </a:spcAft>
              <a:buClrTx/>
              <a:buSzTx/>
              <a:buFont typeface="Arial"/>
              <a:buNone/>
              <a:tabLst/>
              <a:defRPr/>
            </a:pPr>
            <a:r>
              <a:rPr kumimoji="0" lang="en-US" sz="1600" b="0" i="0" u="none" strike="noStrike" kern="1200" cap="none" spc="80" normalizeH="0" baseline="0" noProof="0" dirty="0">
                <a:ln>
                  <a:noFill/>
                </a:ln>
                <a:solidFill>
                  <a:srgbClr val="171616"/>
                </a:solidFill>
                <a:effectLst/>
                <a:uLnTx/>
                <a:uFillTx/>
                <a:latin typeface="Arial" panose="020B0604020202020204" pitchFamily="34" charset="0"/>
                <a:cs typeface="Arial" panose="020B0604020202020204" pitchFamily="34" charset="0"/>
              </a:rPr>
              <a:t>Section Title:</a:t>
            </a:r>
          </a:p>
        </p:txBody>
      </p:sp>
      <p:graphicFrame>
        <p:nvGraphicFramePr>
          <p:cNvPr id="13" name="Chart 12">
            <a:extLst>
              <a:ext uri="{FF2B5EF4-FFF2-40B4-BE49-F238E27FC236}">
                <a16:creationId xmlns:a16="http://schemas.microsoft.com/office/drawing/2014/main" id="{7B41FDBF-D40E-0875-7A73-3757E00E8F02}"/>
              </a:ext>
            </a:extLst>
          </p:cNvPr>
          <p:cNvGraphicFramePr/>
          <p:nvPr>
            <p:extLst>
              <p:ext uri="{D42A27DB-BD31-4B8C-83A1-F6EECF244321}">
                <p14:modId xmlns:p14="http://schemas.microsoft.com/office/powerpoint/2010/main" val="2533026016"/>
              </p:ext>
            </p:extLst>
          </p:nvPr>
        </p:nvGraphicFramePr>
        <p:xfrm>
          <a:off x="7282845" y="2262163"/>
          <a:ext cx="4158730" cy="3333427"/>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a16="http://schemas.microsoft.com/office/drawing/2014/main" id="{09743E3E-73A0-1429-CA05-11CBA74C391F}"/>
              </a:ext>
            </a:extLst>
          </p:cNvPr>
          <p:cNvSpPr txBox="1"/>
          <p:nvPr/>
        </p:nvSpPr>
        <p:spPr bwMode="gray">
          <a:xfrm>
            <a:off x="7848598" y="1929947"/>
            <a:ext cx="3733800" cy="482838"/>
          </a:xfrm>
          <a:prstGeom prst="rect">
            <a:avLst/>
          </a:prstGeom>
        </p:spPr>
        <p:txBody>
          <a:bodyPr wrap="square" lIns="0" tIns="45028" rIns="90023" bIns="45028" rtlCol="0">
            <a:spAutoFit/>
          </a:bodyPr>
          <a:lstStyle/>
          <a:p>
            <a:pPr marL="0" marR="0" lvl="0" indent="0" algn="l" defTabSz="899912" rtl="0" eaLnBrk="1" fontAlgn="auto" latinLnBrk="0" hangingPunct="1">
              <a:lnSpc>
                <a:spcPct val="12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71616"/>
                </a:solidFill>
                <a:effectLst/>
                <a:uLnTx/>
                <a:uFillTx/>
                <a:latin typeface="Arial" panose="020B0604020202020204" pitchFamily="34" charset="0"/>
                <a:cs typeface="Arial" panose="020B0604020202020204" pitchFamily="34" charset="0"/>
              </a:rPr>
              <a:t>Group Cash Breakdown By Currency </a:t>
            </a:r>
            <a:br>
              <a:rPr kumimoji="0" lang="en-US" sz="1100" b="0" i="0" u="none" strike="noStrike" kern="1200" cap="none" spc="0" normalizeH="0" baseline="0" noProof="0" dirty="0">
                <a:ln>
                  <a:noFill/>
                </a:ln>
                <a:solidFill>
                  <a:srgbClr val="171616"/>
                </a:solidFill>
                <a:effectLst/>
                <a:uLnTx/>
                <a:uFillTx/>
                <a:latin typeface="Arial" panose="020B0604020202020204" pitchFamily="34" charset="0"/>
                <a:cs typeface="Arial" panose="020B0604020202020204" pitchFamily="34" charset="0"/>
              </a:rPr>
            </a:br>
            <a:r>
              <a:rPr kumimoji="0" lang="en-US" sz="1100" b="0" i="0" u="none" strike="noStrike" kern="1200" cap="none" spc="0" normalizeH="0" baseline="0" noProof="0" dirty="0">
                <a:ln>
                  <a:noFill/>
                </a:ln>
                <a:solidFill>
                  <a:srgbClr val="171616"/>
                </a:solidFill>
                <a:effectLst/>
                <a:uLnTx/>
                <a:uFillTx/>
                <a:latin typeface="Arial" panose="020B0604020202020204" pitchFamily="34" charset="0"/>
                <a:cs typeface="Arial" panose="020B0604020202020204" pitchFamily="34" charset="0"/>
              </a:rPr>
              <a:t>(December 31, 2016)</a:t>
            </a:r>
            <a:endParaRPr kumimoji="0" lang="en-GB" sz="1100" b="0" i="0" u="none" strike="noStrike" kern="1200" cap="none" spc="0" normalizeH="0" baseline="0" noProof="0" dirty="0">
              <a:ln>
                <a:noFill/>
              </a:ln>
              <a:solidFill>
                <a:srgbClr val="171616"/>
              </a:solidFill>
              <a:effectLst/>
              <a:uLnTx/>
              <a:uFillTx/>
              <a:latin typeface="Arial" panose="020B0604020202020204" pitchFamily="34" charset="0"/>
              <a:cs typeface="Arial" panose="020B0604020202020204" pitchFamily="34" charset="0"/>
            </a:endParaRPr>
          </a:p>
        </p:txBody>
      </p:sp>
      <p:sp>
        <p:nvSpPr>
          <p:cNvPr id="3" name="Text Placeholder 4">
            <a:extLst>
              <a:ext uri="{FF2B5EF4-FFF2-40B4-BE49-F238E27FC236}">
                <a16:creationId xmlns:a16="http://schemas.microsoft.com/office/drawing/2014/main" id="{B3014DA3-CDA0-9201-F29A-91118AE50EF9}"/>
              </a:ext>
            </a:extLst>
          </p:cNvPr>
          <p:cNvSpPr txBox="1">
            <a:spLocks/>
          </p:cNvSpPr>
          <p:nvPr/>
        </p:nvSpPr>
        <p:spPr>
          <a:xfrm>
            <a:off x="609601" y="5477750"/>
            <a:ext cx="7570788" cy="9001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01821" eaLnBrk="0" hangingPunct="0"/>
            <a:r>
              <a:rPr lang="en-US" sz="1600" kern="0" spc="80" dirty="0">
                <a:latin typeface="Arial" panose="020B0604020202020204" pitchFamily="34" charset="0"/>
                <a:cs typeface="Arial" panose="020B0604020202020204" pitchFamily="34" charset="0"/>
              </a:rPr>
              <a:t>Supporting Content Details</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7732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61CBE-FDC9-3AB3-E875-D260FD8774C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Section Title Set Across 1 or 2 Lines</a:t>
            </a:r>
            <a:endParaRPr lang="en-US" dirty="0">
              <a:solidFill>
                <a:srgbClr val="F56F1F"/>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4ECB31D5-AEB4-AF6B-5E12-81D64A4339E0}"/>
              </a:ext>
            </a:extLst>
          </p:cNvPr>
          <p:cNvSpPr>
            <a:spLocks noGrp="1"/>
          </p:cNvSpPr>
          <p:nvPr>
            <p:ph type="body" sz="quarter" idx="21"/>
          </p:nvPr>
        </p:nvSpPr>
        <p:spPr>
          <a:xfrm>
            <a:off x="7402300" y="1888760"/>
            <a:ext cx="3951500" cy="4442187"/>
          </a:xfrm>
        </p:spPr>
        <p:txBody>
          <a:bodyPr>
            <a:normAutofit/>
          </a:bodyPr>
          <a:lstStyle/>
          <a:p>
            <a:pPr marL="221742" indent="-285750" defTabSz="901821">
              <a:lnSpc>
                <a:spcPct val="130000"/>
              </a:lnSpc>
              <a:buClr>
                <a:srgbClr val="F6A11B"/>
              </a:buClr>
              <a:buSzPct val="100000"/>
              <a:buFont typeface="Wingdings" panose="05000000000000000000" pitchFamily="2" charset="2"/>
              <a:buChar char="q"/>
            </a:pPr>
            <a:r>
              <a:rPr lang="en-GB" dirty="0">
                <a:solidFill>
                  <a:srgbClr val="2C2C2C"/>
                </a:solidFill>
                <a:latin typeface="Arial" panose="020B0604020202020204" pitchFamily="34" charset="0"/>
                <a:cs typeface="Arial" panose="020B0604020202020204" pitchFamily="34" charset="0"/>
              </a:rPr>
              <a:t>Content</a:t>
            </a:r>
          </a:p>
          <a:p>
            <a:pPr marL="221742" indent="-285750" defTabSz="901821">
              <a:lnSpc>
                <a:spcPct val="130000"/>
              </a:lnSpc>
              <a:buClr>
                <a:srgbClr val="F6A11B"/>
              </a:buClr>
              <a:buSzPct val="100000"/>
              <a:buFont typeface="Wingdings" panose="05000000000000000000" pitchFamily="2" charset="2"/>
              <a:buChar char="q"/>
            </a:pPr>
            <a:r>
              <a:rPr lang="en-GB" dirty="0">
                <a:solidFill>
                  <a:srgbClr val="2C2C2C"/>
                </a:solidFill>
                <a:latin typeface="Arial" panose="020B0604020202020204" pitchFamily="34" charset="0"/>
                <a:cs typeface="Arial" panose="020B0604020202020204" pitchFamily="34" charset="0"/>
              </a:rPr>
              <a:t>Content</a:t>
            </a:r>
          </a:p>
          <a:p>
            <a:pPr marL="285750" indent="-285750">
              <a:buClr>
                <a:srgbClr val="F6A11B"/>
              </a:buClr>
              <a:buFont typeface="Wingdings" panose="05000000000000000000" pitchFamily="2" charset="2"/>
              <a:buChar char="q"/>
            </a:pPr>
            <a:endParaRPr lang="en-US" dirty="0">
              <a:latin typeface="Arial" panose="020B0604020202020204" pitchFamily="34" charset="0"/>
              <a:cs typeface="Arial" panose="020B0604020202020204" pitchFamily="34" charset="0"/>
            </a:endParaRPr>
          </a:p>
        </p:txBody>
      </p:sp>
      <p:sp>
        <p:nvSpPr>
          <p:cNvPr id="8" name="Text Placeholder 23">
            <a:extLst>
              <a:ext uri="{FF2B5EF4-FFF2-40B4-BE49-F238E27FC236}">
                <a16:creationId xmlns:a16="http://schemas.microsoft.com/office/drawing/2014/main" id="{E0604935-D19B-F110-323E-A46181ED3FEE}"/>
              </a:ext>
            </a:extLst>
          </p:cNvPr>
          <p:cNvSpPr txBox="1">
            <a:spLocks/>
          </p:cNvSpPr>
          <p:nvPr/>
        </p:nvSpPr>
        <p:spPr>
          <a:xfrm>
            <a:off x="609601" y="1779764"/>
            <a:ext cx="2002970" cy="257709"/>
          </a:xfrm>
          <a:prstGeom prst="rect">
            <a:avLst/>
          </a:prstGeom>
        </p:spPr>
        <p:txBody>
          <a:bodyPr lIns="0" tIns="0" numCol="1" spcCol="914400"/>
          <a:lstStyle>
            <a:lvl1pPr marL="0" indent="0" algn="l" defTabSz="914400" rtl="0" eaLnBrk="1" latinLnBrk="0" hangingPunct="1">
              <a:lnSpc>
                <a:spcPct val="130000"/>
              </a:lnSpc>
              <a:spcBef>
                <a:spcPts val="0"/>
              </a:spcBef>
              <a:spcAft>
                <a:spcPts val="0"/>
              </a:spcAft>
              <a:buFont typeface="Arial"/>
              <a:buNone/>
              <a:defRPr sz="1100" b="0" i="0" u="sng" kern="1200" spc="100" baseline="0">
                <a:solidFill>
                  <a:schemeClr val="tx1"/>
                </a:solidFill>
                <a:uFill>
                  <a:solidFill>
                    <a:schemeClr val="accent3"/>
                  </a:solidFill>
                </a:uFill>
                <a:latin typeface="+mn-lt"/>
                <a:ea typeface="Hero New UltraLight" charset="0"/>
                <a:cs typeface="Roboto Regular"/>
              </a:defRPr>
            </a:lvl1pPr>
            <a:lvl2pPr marL="457200" indent="0" algn="l" defTabSz="914400" rtl="0" eaLnBrk="1" latinLnBrk="0" hangingPunct="1">
              <a:lnSpc>
                <a:spcPct val="130000"/>
              </a:lnSpc>
              <a:spcBef>
                <a:spcPts val="0"/>
              </a:spcBef>
              <a:spcAft>
                <a:spcPts val="0"/>
              </a:spcAft>
              <a:buFont typeface="Arial"/>
              <a:buNone/>
              <a:defRPr sz="2000" b="0" i="0" kern="1200" cap="all" spc="130" baseline="0">
                <a:solidFill>
                  <a:schemeClr val="tx1">
                    <a:tint val="75000"/>
                  </a:schemeClr>
                </a:solidFill>
                <a:latin typeface="+mn-lt"/>
                <a:ea typeface="+mn-ea"/>
                <a:cs typeface="Roboto Regular"/>
              </a:defRPr>
            </a:lvl2pPr>
            <a:lvl3pPr marL="914400" indent="0" algn="l" defTabSz="914400" rtl="0" eaLnBrk="1" latinLnBrk="0" hangingPunct="1">
              <a:lnSpc>
                <a:spcPct val="130000"/>
              </a:lnSpc>
              <a:spcBef>
                <a:spcPts val="0"/>
              </a:spcBef>
              <a:spcAft>
                <a:spcPts val="0"/>
              </a:spcAft>
              <a:buFont typeface="Arial"/>
              <a:buNone/>
              <a:tabLst/>
              <a:defRPr sz="1800" kern="1200" spc="0">
                <a:solidFill>
                  <a:schemeClr val="tx1">
                    <a:tint val="75000"/>
                  </a:schemeClr>
                </a:solidFill>
                <a:latin typeface="+mn-lt"/>
                <a:ea typeface="+mn-ea"/>
                <a:cs typeface="Roboto Regular"/>
              </a:defRPr>
            </a:lvl3pPr>
            <a:lvl4pPr marL="1371600" indent="0" algn="l" defTabSz="914400" rtl="0" eaLnBrk="1" latinLnBrk="0" hangingPunct="1">
              <a:lnSpc>
                <a:spcPct val="130000"/>
              </a:lnSpc>
              <a:spcBef>
                <a:spcPts val="0"/>
              </a:spcBef>
              <a:spcAft>
                <a:spcPts val="0"/>
              </a:spcAft>
              <a:buSzPct val="70000"/>
              <a:buFont typeface=".AppleSystemUIFont" charset="0"/>
              <a:buNone/>
              <a:tabLst/>
              <a:defRPr sz="1600" kern="1200" spc="0" baseline="0">
                <a:solidFill>
                  <a:schemeClr val="tx1">
                    <a:tint val="75000"/>
                  </a:schemeClr>
                </a:solidFill>
                <a:latin typeface="+mn-lt"/>
                <a:ea typeface="+mn-ea"/>
                <a:cs typeface="Roboto Regular"/>
              </a:defRPr>
            </a:lvl4pPr>
            <a:lvl5pPr marL="1828800" indent="0" algn="l" defTabSz="914400" rtl="0" eaLnBrk="1" latinLnBrk="0" hangingPunct="1">
              <a:lnSpc>
                <a:spcPct val="130000"/>
              </a:lnSpc>
              <a:spcBef>
                <a:spcPts val="0"/>
              </a:spcBef>
              <a:spcAft>
                <a:spcPts val="0"/>
              </a:spcAft>
              <a:buSzPct val="70000"/>
              <a:buFont typeface=".AppleSystemUIFont" charset="0"/>
              <a:buNone/>
              <a:tabLst/>
              <a:defRPr sz="1600" kern="1200" spc="0" baseline="0">
                <a:solidFill>
                  <a:schemeClr val="tx1">
                    <a:tint val="75000"/>
                  </a:schemeClr>
                </a:solidFill>
                <a:latin typeface="+mn-lt"/>
                <a:ea typeface="+mn-ea"/>
                <a:cs typeface="Roboto Regular"/>
              </a:defRPr>
            </a:lvl5pPr>
            <a:lvl6pPr marL="22860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 typeface="Arial"/>
              <a:buNone/>
              <a:tabLst/>
              <a:defRPr/>
            </a:pPr>
            <a:r>
              <a:rPr kumimoji="0" lang="en-US" sz="1100" b="0" i="0" u="none" strike="noStrike" kern="0" cap="none" spc="150" normalizeH="0" baseline="0" noProof="0" dirty="0">
                <a:ln>
                  <a:noFill/>
                </a:ln>
                <a:solidFill>
                  <a:srgbClr val="171616"/>
                </a:solidFill>
                <a:effectLst/>
                <a:uLnTx/>
                <a:uFill>
                  <a:solidFill>
                    <a:srgbClr val="A5A5A5"/>
                  </a:solidFill>
                </a:uFill>
                <a:latin typeface="Arial" panose="020B0604020202020204" pitchFamily="34" charset="0"/>
                <a:cs typeface="Arial" panose="020B0604020202020204" pitchFamily="34" charset="0"/>
              </a:rPr>
              <a:t>SERVICE REVENUE</a:t>
            </a:r>
          </a:p>
          <a:p>
            <a:pPr marL="0" marR="0" lvl="0" indent="0" algn="l" defTabSz="914400" rtl="0" eaLnBrk="1" fontAlgn="auto" latinLnBrk="0" hangingPunct="1">
              <a:lnSpc>
                <a:spcPct val="120000"/>
              </a:lnSpc>
              <a:spcBef>
                <a:spcPts val="0"/>
              </a:spcBef>
              <a:spcAft>
                <a:spcPts val="0"/>
              </a:spcAft>
              <a:buClrTx/>
              <a:buSzTx/>
              <a:buFont typeface="Arial"/>
              <a:buNone/>
              <a:tabLst/>
              <a:defRPr/>
            </a:pPr>
            <a:r>
              <a:rPr kumimoji="0" lang="en-US" sz="1100" b="0" i="0" u="none" strike="noStrike" kern="0" cap="none" spc="150" normalizeH="0" baseline="0" noProof="0" dirty="0">
                <a:ln>
                  <a:noFill/>
                </a:ln>
                <a:solidFill>
                  <a:srgbClr val="969898"/>
                </a:solidFill>
                <a:effectLst/>
                <a:uLnTx/>
                <a:uFill>
                  <a:solidFill>
                    <a:srgbClr val="A5A5A5"/>
                  </a:solidFill>
                </a:uFill>
                <a:latin typeface="Arial" panose="020B0604020202020204" pitchFamily="34" charset="0"/>
                <a:cs typeface="Arial" panose="020B0604020202020204" pitchFamily="34" charset="0"/>
              </a:rPr>
              <a:t>(EUR MILLION)</a:t>
            </a:r>
          </a:p>
          <a:p>
            <a:pPr marL="0" marR="0" lvl="0" indent="0" algn="l" defTabSz="914400" rtl="0" eaLnBrk="1" fontAlgn="auto" latinLnBrk="0" hangingPunct="1">
              <a:lnSpc>
                <a:spcPct val="120000"/>
              </a:lnSpc>
              <a:spcBef>
                <a:spcPts val="0"/>
              </a:spcBef>
              <a:spcAft>
                <a:spcPts val="0"/>
              </a:spcAft>
              <a:buClrTx/>
              <a:buSzTx/>
              <a:buFont typeface="Arial"/>
              <a:buNone/>
              <a:tabLst/>
              <a:defRPr/>
            </a:pPr>
            <a:endParaRPr kumimoji="0" lang="en-GB" sz="1100" b="0" i="0" u="none" strike="noStrike" kern="0" cap="none" spc="150" normalizeH="0" baseline="0" noProof="0" dirty="0">
              <a:ln>
                <a:noFill/>
              </a:ln>
              <a:solidFill>
                <a:srgbClr val="171616"/>
              </a:solidFill>
              <a:effectLst/>
              <a:uLnTx/>
              <a:uFill>
                <a:solidFill>
                  <a:srgbClr val="A5A5A5"/>
                </a:solidFill>
              </a:uFill>
              <a:latin typeface="Arial" panose="020B0604020202020204" pitchFamily="34" charset="0"/>
              <a:cs typeface="Arial" panose="020B0604020202020204" pitchFamily="34" charset="0"/>
            </a:endParaRPr>
          </a:p>
        </p:txBody>
      </p:sp>
      <p:sp>
        <p:nvSpPr>
          <p:cNvPr id="9" name="Text Placeholder 42">
            <a:extLst>
              <a:ext uri="{FF2B5EF4-FFF2-40B4-BE49-F238E27FC236}">
                <a16:creationId xmlns:a16="http://schemas.microsoft.com/office/drawing/2014/main" id="{8964D4CA-EB23-8752-2E33-8FCF99EB522C}"/>
              </a:ext>
            </a:extLst>
          </p:cNvPr>
          <p:cNvSpPr txBox="1">
            <a:spLocks/>
          </p:cNvSpPr>
          <p:nvPr/>
        </p:nvSpPr>
        <p:spPr>
          <a:xfrm>
            <a:off x="609601" y="4131512"/>
            <a:ext cx="2843665" cy="438048"/>
          </a:xfrm>
          <a:prstGeom prst="rect">
            <a:avLst/>
          </a:prstGeom>
        </p:spPr>
        <p:txBody>
          <a:bodyPr lIns="0" tIns="0"/>
          <a:lstStyle>
            <a:lvl1pPr marL="0" indent="0" algn="l" defTabSz="914400" rtl="0" eaLnBrk="1" latinLnBrk="0" hangingPunct="1">
              <a:lnSpc>
                <a:spcPct val="130000"/>
              </a:lnSpc>
              <a:spcBef>
                <a:spcPts val="0"/>
              </a:spcBef>
              <a:spcAft>
                <a:spcPts val="0"/>
              </a:spcAft>
              <a:buFont typeface="Arial"/>
              <a:buNone/>
              <a:defRPr sz="1800" kern="1200" spc="40" baseline="0">
                <a:solidFill>
                  <a:schemeClr val="tx1"/>
                </a:solidFill>
                <a:latin typeface="+mn-lt"/>
                <a:ea typeface="+mn-ea"/>
                <a:cs typeface="Roboto Regular"/>
              </a:defRPr>
            </a:lvl1pPr>
            <a:lvl2pPr marL="0" indent="0" algn="l" defTabSz="914400" rtl="0" eaLnBrk="1" latinLnBrk="0" hangingPunct="1">
              <a:lnSpc>
                <a:spcPct val="130000"/>
              </a:lnSpc>
              <a:spcBef>
                <a:spcPts val="0"/>
              </a:spcBef>
              <a:spcAft>
                <a:spcPts val="0"/>
              </a:spcAft>
              <a:buFont typeface="Arial"/>
              <a:buNone/>
              <a:defRPr sz="1600" b="0" i="0" kern="1200" cap="all" spc="130" baseline="0">
                <a:solidFill>
                  <a:schemeClr val="tx1"/>
                </a:solidFill>
                <a:latin typeface="+mn-lt"/>
                <a:ea typeface="+mn-ea"/>
                <a:cs typeface="Roboto Regular"/>
              </a:defRPr>
            </a:lvl2pPr>
            <a:lvl3pPr marL="0" indent="0" algn="l" defTabSz="914400" rtl="0" eaLnBrk="1" latinLnBrk="0" hangingPunct="1">
              <a:lnSpc>
                <a:spcPct val="130000"/>
              </a:lnSpc>
              <a:spcBef>
                <a:spcPts val="0"/>
              </a:spcBef>
              <a:spcAft>
                <a:spcPts val="0"/>
              </a:spcAft>
              <a:buFont typeface="Arial"/>
              <a:buNone/>
              <a:tabLst/>
              <a:defRPr sz="1400" kern="1200" spc="0">
                <a:solidFill>
                  <a:schemeClr val="tx1"/>
                </a:solidFill>
                <a:latin typeface="+mn-lt"/>
                <a:ea typeface="+mn-ea"/>
                <a:cs typeface="Roboto Regular"/>
              </a:defRPr>
            </a:lvl3pPr>
            <a:lvl4pPr marL="0" indent="0" algn="l" defTabSz="914400" rtl="0" eaLnBrk="1" latinLnBrk="0" hangingPunct="1">
              <a:lnSpc>
                <a:spcPct val="130000"/>
              </a:lnSpc>
              <a:spcBef>
                <a:spcPts val="0"/>
              </a:spcBef>
              <a:spcAft>
                <a:spcPts val="0"/>
              </a:spcAft>
              <a:buSzPct val="70000"/>
              <a:buFont typeface=".AppleSystemUIFont" charset="0"/>
              <a:buChar char="—"/>
              <a:tabLst/>
              <a:defRPr sz="1200" kern="1200" spc="0" baseline="0">
                <a:solidFill>
                  <a:schemeClr val="tx1"/>
                </a:solidFill>
                <a:latin typeface="+mn-lt"/>
                <a:ea typeface="+mn-ea"/>
                <a:cs typeface="Roboto Regular"/>
              </a:defRPr>
            </a:lvl4pPr>
            <a:lvl5pPr marL="0" indent="0" algn="l" defTabSz="914400" rtl="0" eaLnBrk="1" latinLnBrk="0" hangingPunct="1">
              <a:lnSpc>
                <a:spcPct val="130000"/>
              </a:lnSpc>
              <a:spcBef>
                <a:spcPts val="0"/>
              </a:spcBef>
              <a:spcAft>
                <a:spcPts val="0"/>
              </a:spcAft>
              <a:buSzPct val="70000"/>
              <a:buFont typeface=".AppleSystemUIFont" charset="0"/>
              <a:buChar char="—"/>
              <a:tabLst/>
              <a:defRPr sz="1000" kern="1200" spc="0" baseline="0">
                <a:solidFill>
                  <a:schemeClr val="tx1"/>
                </a:solidFill>
                <a:latin typeface="+mn-lt"/>
                <a:ea typeface="+mn-ea"/>
                <a:cs typeface="Roboto Regular"/>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 typeface="Arial"/>
              <a:buNone/>
              <a:tabLst/>
              <a:defRPr/>
            </a:pPr>
            <a:r>
              <a:rPr kumimoji="0" lang="en-US" sz="1100" b="0" i="0" u="none" strike="noStrike" kern="0" cap="none" spc="150" normalizeH="0" baseline="0" noProof="0" dirty="0">
                <a:ln>
                  <a:noFill/>
                </a:ln>
                <a:solidFill>
                  <a:srgbClr val="171616"/>
                </a:solidFill>
                <a:effectLst/>
                <a:uLnTx/>
                <a:uFillTx/>
                <a:latin typeface="Arial" panose="020B0604020202020204" pitchFamily="34" charset="0"/>
                <a:cs typeface="Arial" panose="020B0604020202020204" pitchFamily="34" charset="0"/>
              </a:rPr>
              <a:t>EBITDA AND EBITDA MARGIN</a:t>
            </a:r>
          </a:p>
          <a:p>
            <a:pPr marL="0" marR="0" lvl="1" indent="0" algn="l" defTabSz="914400" rtl="0" eaLnBrk="1" fontAlgn="auto" latinLnBrk="0" hangingPunct="1">
              <a:lnSpc>
                <a:spcPct val="120000"/>
              </a:lnSpc>
              <a:spcBef>
                <a:spcPts val="0"/>
              </a:spcBef>
              <a:spcAft>
                <a:spcPts val="0"/>
              </a:spcAft>
              <a:buClrTx/>
              <a:buSzTx/>
              <a:buFont typeface="Arial"/>
              <a:buNone/>
              <a:tabLst/>
              <a:defRPr/>
            </a:pPr>
            <a:r>
              <a:rPr kumimoji="0" lang="en-US" sz="1100" b="0" i="0" u="none" strike="noStrike" kern="0" cap="none" spc="150" normalizeH="0" baseline="0" noProof="0" dirty="0">
                <a:ln>
                  <a:noFill/>
                </a:ln>
                <a:solidFill>
                  <a:srgbClr val="969898"/>
                </a:solidFill>
                <a:effectLst/>
                <a:uLnTx/>
                <a:uFillTx/>
                <a:latin typeface="Arial" panose="020B0604020202020204" pitchFamily="34" charset="0"/>
                <a:cs typeface="Arial" panose="020B0604020202020204" pitchFamily="34" charset="0"/>
              </a:rPr>
              <a:t>(EUR MILLION AND %)</a:t>
            </a:r>
          </a:p>
        </p:txBody>
      </p:sp>
      <p:sp>
        <p:nvSpPr>
          <p:cNvPr id="10" name="Freeform 19">
            <a:extLst>
              <a:ext uri="{FF2B5EF4-FFF2-40B4-BE49-F238E27FC236}">
                <a16:creationId xmlns:a16="http://schemas.microsoft.com/office/drawing/2014/main" id="{2ACF350B-503E-4995-B325-F643A2B34EC9}"/>
              </a:ext>
            </a:extLst>
          </p:cNvPr>
          <p:cNvSpPr/>
          <p:nvPr/>
        </p:nvSpPr>
        <p:spPr>
          <a:xfrm>
            <a:off x="1271464" y="2337743"/>
            <a:ext cx="1224136" cy="737523"/>
          </a:xfrm>
          <a:custGeom>
            <a:avLst/>
            <a:gdLst>
              <a:gd name="connsiteX0" fmla="*/ 0 w 1389888"/>
              <a:gd name="connsiteY0" fmla="*/ 899770 h 914400"/>
              <a:gd name="connsiteX1" fmla="*/ 0 w 1389888"/>
              <a:gd name="connsiteY1" fmla="*/ 0 h 914400"/>
              <a:gd name="connsiteX2" fmla="*/ 1389888 w 1389888"/>
              <a:gd name="connsiteY2" fmla="*/ 0 h 914400"/>
              <a:gd name="connsiteX3" fmla="*/ 1389888 w 1389888"/>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389888" h="914400">
                <a:moveTo>
                  <a:pt x="0" y="899770"/>
                </a:moveTo>
                <a:lnTo>
                  <a:pt x="0" y="0"/>
                </a:lnTo>
                <a:lnTo>
                  <a:pt x="1389888" y="0"/>
                </a:lnTo>
                <a:lnTo>
                  <a:pt x="1389888" y="914400"/>
                </a:lnTo>
              </a:path>
            </a:pathLst>
          </a:custGeom>
          <a:noFill/>
          <a:ln w="6350" cmpd="sng"/>
        </p:spPr>
        <p:style>
          <a:lnRef idx="2">
            <a:schemeClr val="accent1">
              <a:shade val="50000"/>
            </a:schemeClr>
          </a:lnRef>
          <a:fillRef idx="1">
            <a:schemeClr val="accent1"/>
          </a:fillRef>
          <a:effectRef idx="0">
            <a:schemeClr val="accent1"/>
          </a:effectRef>
          <a:fontRef idx="minor">
            <a:schemeClr val="lt1"/>
          </a:fontRef>
        </p:style>
        <p:txBody>
          <a:bodyPr lIns="106824" tIns="53414" rIns="106824" bIns="5341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1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11" name="TextBox 17">
            <a:extLst>
              <a:ext uri="{FF2B5EF4-FFF2-40B4-BE49-F238E27FC236}">
                <a16:creationId xmlns:a16="http://schemas.microsoft.com/office/drawing/2014/main" id="{99C6F54E-AE6F-8A6D-BDD1-6A108C6F9452}"/>
              </a:ext>
            </a:extLst>
          </p:cNvPr>
          <p:cNvSpPr txBox="1">
            <a:spLocks noChangeArrowheads="1"/>
          </p:cNvSpPr>
          <p:nvPr/>
        </p:nvSpPr>
        <p:spPr bwMode="auto">
          <a:xfrm>
            <a:off x="1574389" y="2230058"/>
            <a:ext cx="606615" cy="195293"/>
          </a:xfrm>
          <a:prstGeom prst="rect">
            <a:avLst/>
          </a:prstGeom>
          <a:solidFill>
            <a:schemeClr val="bg1"/>
          </a:solidFill>
          <a:ln>
            <a:noFill/>
          </a:ln>
        </p:spPr>
        <p:txBody>
          <a:bodyPr wrap="square" lIns="35742" tIns="35742" rIns="35742" bIns="35742" anchor="ctr" anchorCtr="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cs typeface="Arial" panose="020B0604020202020204" pitchFamily="34" charset="0"/>
              </a:rPr>
              <a:t>+2.1% YoY</a:t>
            </a:r>
          </a:p>
        </p:txBody>
      </p:sp>
      <p:sp>
        <p:nvSpPr>
          <p:cNvPr id="12" name="Freeform 24">
            <a:extLst>
              <a:ext uri="{FF2B5EF4-FFF2-40B4-BE49-F238E27FC236}">
                <a16:creationId xmlns:a16="http://schemas.microsoft.com/office/drawing/2014/main" id="{F309B0C1-E1B2-2C82-E26C-81B397550ACC}"/>
              </a:ext>
            </a:extLst>
          </p:cNvPr>
          <p:cNvSpPr/>
          <p:nvPr/>
        </p:nvSpPr>
        <p:spPr>
          <a:xfrm>
            <a:off x="1227634" y="4762145"/>
            <a:ext cx="1267966" cy="1068127"/>
          </a:xfrm>
          <a:custGeom>
            <a:avLst/>
            <a:gdLst>
              <a:gd name="connsiteX0" fmla="*/ 0 w 1389888"/>
              <a:gd name="connsiteY0" fmla="*/ 899770 h 914400"/>
              <a:gd name="connsiteX1" fmla="*/ 0 w 1389888"/>
              <a:gd name="connsiteY1" fmla="*/ 0 h 914400"/>
              <a:gd name="connsiteX2" fmla="*/ 1389888 w 1389888"/>
              <a:gd name="connsiteY2" fmla="*/ 0 h 914400"/>
              <a:gd name="connsiteX3" fmla="*/ 1389888 w 1389888"/>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389888" h="914400">
                <a:moveTo>
                  <a:pt x="0" y="899770"/>
                </a:moveTo>
                <a:lnTo>
                  <a:pt x="0" y="0"/>
                </a:lnTo>
                <a:lnTo>
                  <a:pt x="1389888" y="0"/>
                </a:lnTo>
                <a:lnTo>
                  <a:pt x="1389888" y="914400"/>
                </a:lnTo>
              </a:path>
            </a:pathLst>
          </a:custGeom>
          <a:noFill/>
          <a:ln w="6350" cmpd="sng"/>
        </p:spPr>
        <p:style>
          <a:lnRef idx="2">
            <a:schemeClr val="accent1">
              <a:shade val="50000"/>
            </a:schemeClr>
          </a:lnRef>
          <a:fillRef idx="1">
            <a:schemeClr val="accent1"/>
          </a:fillRef>
          <a:effectRef idx="0">
            <a:schemeClr val="accent1"/>
          </a:effectRef>
          <a:fontRef idx="minor">
            <a:schemeClr val="lt1"/>
          </a:fontRef>
        </p:style>
        <p:txBody>
          <a:bodyPr lIns="106824" tIns="53414" rIns="106824" bIns="5341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1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13" name="TextBox 17">
            <a:extLst>
              <a:ext uri="{FF2B5EF4-FFF2-40B4-BE49-F238E27FC236}">
                <a16:creationId xmlns:a16="http://schemas.microsoft.com/office/drawing/2014/main" id="{D0170CFD-F886-5566-DA00-51B23967EE56}"/>
              </a:ext>
            </a:extLst>
          </p:cNvPr>
          <p:cNvSpPr txBox="1">
            <a:spLocks noChangeArrowheads="1"/>
          </p:cNvSpPr>
          <p:nvPr/>
        </p:nvSpPr>
        <p:spPr bwMode="auto">
          <a:xfrm>
            <a:off x="1474874" y="4691153"/>
            <a:ext cx="732694" cy="123111"/>
          </a:xfrm>
          <a:prstGeom prst="rect">
            <a:avLst/>
          </a:prstGeom>
          <a:solidFill>
            <a:schemeClr val="bg1"/>
          </a:solidFill>
          <a:ln>
            <a:noFill/>
          </a:ln>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cs typeface="Arial" panose="020B0604020202020204" pitchFamily="34" charset="0"/>
              </a:rPr>
              <a:t>+13.9% YoY</a:t>
            </a:r>
            <a:endParaRPr kumimoji="0" lang="en-US" sz="800" b="0" i="0" u="none" strike="noStrike" kern="1200" cap="none" spc="0" normalizeH="0" baseline="30000" noProof="0" dirty="0">
              <a:ln>
                <a:noFill/>
              </a:ln>
              <a:solidFill>
                <a:prstClr val="black"/>
              </a:solidFill>
              <a:effectLst/>
              <a:uLnTx/>
              <a:uFillTx/>
              <a:cs typeface="Arial" panose="020B0604020202020204" pitchFamily="34" charset="0"/>
            </a:endParaRPr>
          </a:p>
        </p:txBody>
      </p:sp>
      <p:sp>
        <p:nvSpPr>
          <p:cNvPr id="14" name="Text Placeholder 40">
            <a:extLst>
              <a:ext uri="{FF2B5EF4-FFF2-40B4-BE49-F238E27FC236}">
                <a16:creationId xmlns:a16="http://schemas.microsoft.com/office/drawing/2014/main" id="{49BDE370-2469-C224-6310-AA5F2FDDD4D3}"/>
              </a:ext>
            </a:extLst>
          </p:cNvPr>
          <p:cNvSpPr txBox="1">
            <a:spLocks/>
          </p:cNvSpPr>
          <p:nvPr/>
        </p:nvSpPr>
        <p:spPr>
          <a:xfrm>
            <a:off x="4570040" y="1779764"/>
            <a:ext cx="2170575" cy="274907"/>
          </a:xfrm>
          <a:prstGeom prst="rect">
            <a:avLst/>
          </a:prstGeom>
        </p:spPr>
        <p:txBody>
          <a:bodyPr lIns="0" tIns="0"/>
          <a:lstStyle>
            <a:lvl1pPr marL="0" indent="0" algn="l" defTabSz="914400" rtl="0" eaLnBrk="1" latinLnBrk="0" hangingPunct="1">
              <a:lnSpc>
                <a:spcPct val="130000"/>
              </a:lnSpc>
              <a:spcBef>
                <a:spcPts val="0"/>
              </a:spcBef>
              <a:spcAft>
                <a:spcPts val="0"/>
              </a:spcAft>
              <a:buFont typeface="Arial"/>
              <a:buNone/>
              <a:defRPr sz="1800" kern="1200" spc="40" baseline="0">
                <a:solidFill>
                  <a:schemeClr val="tx1"/>
                </a:solidFill>
                <a:latin typeface="+mn-lt"/>
                <a:ea typeface="+mn-ea"/>
                <a:cs typeface="Roboto Regular"/>
              </a:defRPr>
            </a:lvl1pPr>
            <a:lvl2pPr marL="0" indent="0" algn="l" defTabSz="914400" rtl="0" eaLnBrk="1" latinLnBrk="0" hangingPunct="1">
              <a:lnSpc>
                <a:spcPct val="130000"/>
              </a:lnSpc>
              <a:spcBef>
                <a:spcPts val="0"/>
              </a:spcBef>
              <a:spcAft>
                <a:spcPts val="0"/>
              </a:spcAft>
              <a:buFont typeface="Arial"/>
              <a:buNone/>
              <a:defRPr sz="1600" b="0" i="0" kern="1200" cap="all" spc="130" baseline="0">
                <a:solidFill>
                  <a:schemeClr val="tx1"/>
                </a:solidFill>
                <a:latin typeface="+mn-lt"/>
                <a:ea typeface="+mn-ea"/>
                <a:cs typeface="Roboto Regular"/>
              </a:defRPr>
            </a:lvl2pPr>
            <a:lvl3pPr marL="0" indent="0" algn="l" defTabSz="914400" rtl="0" eaLnBrk="1" latinLnBrk="0" hangingPunct="1">
              <a:lnSpc>
                <a:spcPct val="130000"/>
              </a:lnSpc>
              <a:spcBef>
                <a:spcPts val="0"/>
              </a:spcBef>
              <a:spcAft>
                <a:spcPts val="0"/>
              </a:spcAft>
              <a:buFont typeface="Arial"/>
              <a:buNone/>
              <a:tabLst/>
              <a:defRPr sz="1400" kern="1200" spc="0">
                <a:solidFill>
                  <a:schemeClr val="tx1"/>
                </a:solidFill>
                <a:latin typeface="+mn-lt"/>
                <a:ea typeface="+mn-ea"/>
                <a:cs typeface="Roboto Regular"/>
              </a:defRPr>
            </a:lvl3pPr>
            <a:lvl4pPr marL="0" indent="0" algn="l" defTabSz="914400" rtl="0" eaLnBrk="1" latinLnBrk="0" hangingPunct="1">
              <a:lnSpc>
                <a:spcPct val="130000"/>
              </a:lnSpc>
              <a:spcBef>
                <a:spcPts val="0"/>
              </a:spcBef>
              <a:spcAft>
                <a:spcPts val="0"/>
              </a:spcAft>
              <a:buSzPct val="70000"/>
              <a:buFont typeface=".AppleSystemUIFont" charset="0"/>
              <a:buChar char="—"/>
              <a:tabLst/>
              <a:defRPr sz="1200" kern="1200" spc="0" baseline="0">
                <a:solidFill>
                  <a:schemeClr val="tx1"/>
                </a:solidFill>
                <a:latin typeface="+mn-lt"/>
                <a:ea typeface="+mn-ea"/>
                <a:cs typeface="Roboto Regular"/>
              </a:defRPr>
            </a:lvl4pPr>
            <a:lvl5pPr marL="0" indent="0" algn="l" defTabSz="914400" rtl="0" eaLnBrk="1" latinLnBrk="0" hangingPunct="1">
              <a:lnSpc>
                <a:spcPct val="130000"/>
              </a:lnSpc>
              <a:spcBef>
                <a:spcPts val="0"/>
              </a:spcBef>
              <a:spcAft>
                <a:spcPts val="0"/>
              </a:spcAft>
              <a:buSzPct val="70000"/>
              <a:buFont typeface=".AppleSystemUIFont" charset="0"/>
              <a:buChar char="—"/>
              <a:tabLst/>
              <a:defRPr sz="1000" kern="1200" spc="0" baseline="0">
                <a:solidFill>
                  <a:schemeClr val="tx1"/>
                </a:solidFill>
                <a:latin typeface="+mn-lt"/>
                <a:ea typeface="+mn-ea"/>
                <a:cs typeface="Roboto Regular"/>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0" fontAlgn="auto" latinLnBrk="0" hangingPunct="0">
              <a:lnSpc>
                <a:spcPct val="120000"/>
              </a:lnSpc>
              <a:spcBef>
                <a:spcPts val="0"/>
              </a:spcBef>
              <a:spcAft>
                <a:spcPts val="0"/>
              </a:spcAft>
              <a:buClrTx/>
              <a:buSzTx/>
              <a:buFont typeface="Arial"/>
              <a:buNone/>
              <a:tabLst/>
              <a:defRPr/>
            </a:pPr>
            <a:r>
              <a:rPr kumimoji="0" lang="en-US" sz="1100" b="0" i="0" u="none" strike="noStrike" kern="0" cap="none" spc="150" normalizeH="0" baseline="0" noProof="0" dirty="0">
                <a:ln>
                  <a:noFill/>
                </a:ln>
                <a:solidFill>
                  <a:prstClr val="black"/>
                </a:solidFill>
                <a:effectLst/>
                <a:uLnTx/>
                <a:uFillTx/>
                <a:latin typeface="Arial" panose="020B0604020202020204" pitchFamily="34" charset="0"/>
                <a:cs typeface="Arial" panose="020B0604020202020204" pitchFamily="34" charset="0"/>
              </a:rPr>
              <a:t>MOBILE CUSTOMERS </a:t>
            </a:r>
          </a:p>
          <a:p>
            <a:pPr marL="0" marR="0" lvl="1" indent="0" algn="l" defTabSz="914400" rtl="0" eaLnBrk="1" fontAlgn="auto" latinLnBrk="0" hangingPunct="1">
              <a:lnSpc>
                <a:spcPct val="120000"/>
              </a:lnSpc>
              <a:spcBef>
                <a:spcPts val="0"/>
              </a:spcBef>
              <a:spcAft>
                <a:spcPts val="0"/>
              </a:spcAft>
              <a:buClrTx/>
              <a:buSzTx/>
              <a:buFont typeface="Arial"/>
              <a:buNone/>
              <a:tabLst/>
              <a:defRPr/>
            </a:pPr>
            <a:r>
              <a:rPr kumimoji="0" lang="en-US" sz="1100" b="0" i="0" u="none" strike="noStrike" kern="0" cap="none" spc="150" normalizeH="0" baseline="0" noProof="0" dirty="0">
                <a:ln>
                  <a:noFill/>
                </a:ln>
                <a:solidFill>
                  <a:srgbClr val="969898"/>
                </a:solidFill>
                <a:effectLst/>
                <a:uLnTx/>
                <a:uFillTx/>
                <a:latin typeface="Arial" panose="020B0604020202020204" pitchFamily="34" charset="0"/>
                <a:cs typeface="Arial" panose="020B0604020202020204" pitchFamily="34" charset="0"/>
              </a:rPr>
              <a:t>(EUR MILLION)</a:t>
            </a:r>
          </a:p>
        </p:txBody>
      </p:sp>
      <p:sp>
        <p:nvSpPr>
          <p:cNvPr id="15" name="Text Placeholder 54">
            <a:extLst>
              <a:ext uri="{FF2B5EF4-FFF2-40B4-BE49-F238E27FC236}">
                <a16:creationId xmlns:a16="http://schemas.microsoft.com/office/drawing/2014/main" id="{3189F540-B4AD-2AD9-5A9A-0E5CC083D0A9}"/>
              </a:ext>
            </a:extLst>
          </p:cNvPr>
          <p:cNvSpPr txBox="1">
            <a:spLocks/>
          </p:cNvSpPr>
          <p:nvPr/>
        </p:nvSpPr>
        <p:spPr>
          <a:xfrm>
            <a:off x="4576142" y="4131512"/>
            <a:ext cx="2707340" cy="665086"/>
          </a:xfrm>
          <a:prstGeom prst="rect">
            <a:avLst/>
          </a:prstGeom>
        </p:spPr>
        <p:txBody>
          <a:bodyPr lIns="0" tIns="0"/>
          <a:lstStyle>
            <a:lvl1pPr marL="0" indent="0" algn="l" defTabSz="914400" rtl="0" eaLnBrk="1" latinLnBrk="0" hangingPunct="1">
              <a:lnSpc>
                <a:spcPct val="130000"/>
              </a:lnSpc>
              <a:spcBef>
                <a:spcPts val="0"/>
              </a:spcBef>
              <a:spcAft>
                <a:spcPts val="0"/>
              </a:spcAft>
              <a:buFont typeface="Arial"/>
              <a:buNone/>
              <a:defRPr sz="1800" kern="1200" spc="40" baseline="0">
                <a:solidFill>
                  <a:schemeClr val="tx1"/>
                </a:solidFill>
                <a:latin typeface="+mn-lt"/>
                <a:ea typeface="+mn-ea"/>
                <a:cs typeface="Roboto Regular"/>
              </a:defRPr>
            </a:lvl1pPr>
            <a:lvl2pPr marL="0" indent="0" algn="l" defTabSz="914400" rtl="0" eaLnBrk="1" latinLnBrk="0" hangingPunct="1">
              <a:lnSpc>
                <a:spcPct val="130000"/>
              </a:lnSpc>
              <a:spcBef>
                <a:spcPts val="0"/>
              </a:spcBef>
              <a:spcAft>
                <a:spcPts val="0"/>
              </a:spcAft>
              <a:buFont typeface="Arial"/>
              <a:buNone/>
              <a:defRPr sz="1600" b="0" i="0" kern="1200" cap="all" spc="130" baseline="0">
                <a:solidFill>
                  <a:schemeClr val="tx1"/>
                </a:solidFill>
                <a:latin typeface="+mn-lt"/>
                <a:ea typeface="+mn-ea"/>
                <a:cs typeface="Roboto Regular"/>
              </a:defRPr>
            </a:lvl2pPr>
            <a:lvl3pPr marL="0" indent="0" algn="l" defTabSz="914400" rtl="0" eaLnBrk="1" latinLnBrk="0" hangingPunct="1">
              <a:lnSpc>
                <a:spcPct val="130000"/>
              </a:lnSpc>
              <a:spcBef>
                <a:spcPts val="0"/>
              </a:spcBef>
              <a:spcAft>
                <a:spcPts val="0"/>
              </a:spcAft>
              <a:buFont typeface="Arial"/>
              <a:buNone/>
              <a:tabLst/>
              <a:defRPr sz="1400" kern="1200" spc="0">
                <a:solidFill>
                  <a:schemeClr val="tx1"/>
                </a:solidFill>
                <a:latin typeface="+mn-lt"/>
                <a:ea typeface="+mn-ea"/>
                <a:cs typeface="Roboto Regular"/>
              </a:defRPr>
            </a:lvl3pPr>
            <a:lvl4pPr marL="0" indent="0" algn="l" defTabSz="914400" rtl="0" eaLnBrk="1" latinLnBrk="0" hangingPunct="1">
              <a:lnSpc>
                <a:spcPct val="130000"/>
              </a:lnSpc>
              <a:spcBef>
                <a:spcPts val="0"/>
              </a:spcBef>
              <a:spcAft>
                <a:spcPts val="0"/>
              </a:spcAft>
              <a:buSzPct val="70000"/>
              <a:buFont typeface=".AppleSystemUIFont" charset="0"/>
              <a:buChar char="—"/>
              <a:tabLst/>
              <a:defRPr sz="1200" kern="1200" spc="0" baseline="0">
                <a:solidFill>
                  <a:schemeClr val="tx1"/>
                </a:solidFill>
                <a:latin typeface="+mn-lt"/>
                <a:ea typeface="+mn-ea"/>
                <a:cs typeface="Roboto Regular"/>
              </a:defRPr>
            </a:lvl4pPr>
            <a:lvl5pPr marL="0" indent="0" algn="l" defTabSz="914400" rtl="0" eaLnBrk="1" latinLnBrk="0" hangingPunct="1">
              <a:lnSpc>
                <a:spcPct val="130000"/>
              </a:lnSpc>
              <a:spcBef>
                <a:spcPts val="0"/>
              </a:spcBef>
              <a:spcAft>
                <a:spcPts val="0"/>
              </a:spcAft>
              <a:buSzPct val="70000"/>
              <a:buFont typeface=".AppleSystemUIFont" charset="0"/>
              <a:buChar char="—"/>
              <a:tabLst/>
              <a:defRPr sz="1000" kern="1200" spc="0" baseline="0">
                <a:solidFill>
                  <a:schemeClr val="tx1"/>
                </a:solidFill>
                <a:latin typeface="+mn-lt"/>
                <a:ea typeface="+mn-ea"/>
                <a:cs typeface="Roboto Regular"/>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 typeface="Arial"/>
              <a:buNone/>
              <a:tabLst/>
              <a:defRPr/>
            </a:pPr>
            <a:r>
              <a:rPr kumimoji="0" lang="en-GB" sz="1100" b="0" i="0" u="none" strike="noStrike" kern="0" cap="none" spc="150" normalizeH="0" baseline="0" noProof="0" dirty="0">
                <a:ln>
                  <a:noFill/>
                </a:ln>
                <a:solidFill>
                  <a:srgbClr val="171616"/>
                </a:solidFill>
                <a:effectLst/>
                <a:uLnTx/>
                <a:uFillTx/>
                <a:latin typeface="Arial" panose="020B0604020202020204" pitchFamily="34" charset="0"/>
                <a:cs typeface="Arial" panose="020B0604020202020204" pitchFamily="34" charset="0"/>
              </a:rPr>
              <a:t>CAPEX EXCL. LICENSES </a:t>
            </a:r>
            <a:br>
              <a:rPr kumimoji="0" lang="en-GB" sz="1100" b="0" i="0" u="none" strike="noStrike" kern="0" cap="none" spc="150" normalizeH="0" baseline="0" noProof="0" dirty="0">
                <a:ln>
                  <a:noFill/>
                </a:ln>
                <a:solidFill>
                  <a:srgbClr val="171616"/>
                </a:solidFill>
                <a:effectLst/>
                <a:uLnTx/>
                <a:uFillTx/>
                <a:latin typeface="Arial" panose="020B0604020202020204" pitchFamily="34" charset="0"/>
                <a:cs typeface="Arial" panose="020B0604020202020204" pitchFamily="34" charset="0"/>
              </a:rPr>
            </a:br>
            <a:r>
              <a:rPr kumimoji="0" lang="en-GB" sz="1100" b="0" i="0" u="none" strike="noStrike" kern="0" cap="none" spc="150" normalizeH="0" baseline="0" noProof="0" dirty="0">
                <a:ln>
                  <a:noFill/>
                </a:ln>
                <a:solidFill>
                  <a:srgbClr val="171616"/>
                </a:solidFill>
                <a:effectLst/>
                <a:uLnTx/>
                <a:uFillTx/>
                <a:latin typeface="Arial" panose="020B0604020202020204" pitchFamily="34" charset="0"/>
                <a:cs typeface="Arial" panose="020B0604020202020204" pitchFamily="34" charset="0"/>
              </a:rPr>
              <a:t>AND LTM CAPEX/REVENUE</a:t>
            </a:r>
          </a:p>
          <a:p>
            <a:pPr marL="0" marR="0" lvl="1" indent="0" algn="l" defTabSz="914400" rtl="0" eaLnBrk="1" fontAlgn="auto" latinLnBrk="0" hangingPunct="1">
              <a:lnSpc>
                <a:spcPct val="120000"/>
              </a:lnSpc>
              <a:spcBef>
                <a:spcPts val="0"/>
              </a:spcBef>
              <a:spcAft>
                <a:spcPts val="0"/>
              </a:spcAft>
              <a:buClrTx/>
              <a:buSzTx/>
              <a:buFont typeface="Arial"/>
              <a:buNone/>
              <a:tabLst/>
              <a:defRPr/>
            </a:pPr>
            <a:r>
              <a:rPr kumimoji="0" lang="en-GB" sz="1100" b="0" i="0" u="none" strike="noStrike" kern="0" cap="none" spc="150" normalizeH="0" baseline="0" noProof="0" dirty="0">
                <a:ln>
                  <a:noFill/>
                </a:ln>
                <a:solidFill>
                  <a:srgbClr val="969898"/>
                </a:solidFill>
                <a:effectLst/>
                <a:uLnTx/>
                <a:uFillTx/>
                <a:latin typeface="Arial" panose="020B0604020202020204" pitchFamily="34" charset="0"/>
                <a:cs typeface="Arial" panose="020B0604020202020204" pitchFamily="34" charset="0"/>
              </a:rPr>
              <a:t>(EUR MILLION AND %)</a:t>
            </a:r>
          </a:p>
        </p:txBody>
      </p:sp>
      <p:sp>
        <p:nvSpPr>
          <p:cNvPr id="16" name="Freeform 27">
            <a:extLst>
              <a:ext uri="{FF2B5EF4-FFF2-40B4-BE49-F238E27FC236}">
                <a16:creationId xmlns:a16="http://schemas.microsoft.com/office/drawing/2014/main" id="{CE6B2330-BBA5-6120-5A18-E770292F68E9}"/>
              </a:ext>
            </a:extLst>
          </p:cNvPr>
          <p:cNvSpPr/>
          <p:nvPr/>
        </p:nvSpPr>
        <p:spPr>
          <a:xfrm>
            <a:off x="5219071" y="4852775"/>
            <a:ext cx="1236175" cy="1068127"/>
          </a:xfrm>
          <a:custGeom>
            <a:avLst/>
            <a:gdLst>
              <a:gd name="connsiteX0" fmla="*/ 0 w 1389888"/>
              <a:gd name="connsiteY0" fmla="*/ 899770 h 914400"/>
              <a:gd name="connsiteX1" fmla="*/ 0 w 1389888"/>
              <a:gd name="connsiteY1" fmla="*/ 0 h 914400"/>
              <a:gd name="connsiteX2" fmla="*/ 1389888 w 1389888"/>
              <a:gd name="connsiteY2" fmla="*/ 0 h 914400"/>
              <a:gd name="connsiteX3" fmla="*/ 1389888 w 1389888"/>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389888" h="914400">
                <a:moveTo>
                  <a:pt x="0" y="899770"/>
                </a:moveTo>
                <a:lnTo>
                  <a:pt x="0" y="0"/>
                </a:lnTo>
                <a:lnTo>
                  <a:pt x="1389888" y="0"/>
                </a:lnTo>
                <a:lnTo>
                  <a:pt x="1389888" y="914400"/>
                </a:lnTo>
              </a:path>
            </a:pathLst>
          </a:custGeom>
          <a:noFill/>
          <a:ln w="6350" cmpd="sng"/>
        </p:spPr>
        <p:style>
          <a:lnRef idx="2">
            <a:schemeClr val="accent1">
              <a:shade val="50000"/>
            </a:schemeClr>
          </a:lnRef>
          <a:fillRef idx="1">
            <a:schemeClr val="accent1"/>
          </a:fillRef>
          <a:effectRef idx="0">
            <a:schemeClr val="accent1"/>
          </a:effectRef>
          <a:fontRef idx="minor">
            <a:schemeClr val="lt1"/>
          </a:fontRef>
        </p:style>
        <p:txBody>
          <a:bodyPr lIns="106824" tIns="53414" rIns="106824" bIns="5341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1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17" name="TextBox 17">
            <a:extLst>
              <a:ext uri="{FF2B5EF4-FFF2-40B4-BE49-F238E27FC236}">
                <a16:creationId xmlns:a16="http://schemas.microsoft.com/office/drawing/2014/main" id="{65BC94EA-1389-76E7-9F3F-77CEB83239FB}"/>
              </a:ext>
            </a:extLst>
          </p:cNvPr>
          <p:cNvSpPr txBox="1">
            <a:spLocks noChangeArrowheads="1"/>
          </p:cNvSpPr>
          <p:nvPr/>
        </p:nvSpPr>
        <p:spPr bwMode="auto">
          <a:xfrm>
            <a:off x="5532214" y="4690223"/>
            <a:ext cx="635000" cy="318403"/>
          </a:xfrm>
          <a:prstGeom prst="rect">
            <a:avLst/>
          </a:prstGeom>
          <a:solidFill>
            <a:schemeClr val="bg1"/>
          </a:solidFill>
          <a:ln>
            <a:noFill/>
          </a:ln>
        </p:spPr>
        <p:txBody>
          <a:bodyPr wrap="square" lIns="35742" tIns="35742" rIns="35742" bIns="35742" anchor="ctr" anchorCtr="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cs typeface="Arial" panose="020B0604020202020204" pitchFamily="34" charset="0"/>
              </a:rPr>
              <a:t>+12.3% YoY</a:t>
            </a:r>
          </a:p>
        </p:txBody>
      </p:sp>
      <p:sp>
        <p:nvSpPr>
          <p:cNvPr id="18" name="Freeform 30">
            <a:extLst>
              <a:ext uri="{FF2B5EF4-FFF2-40B4-BE49-F238E27FC236}">
                <a16:creationId xmlns:a16="http://schemas.microsoft.com/office/drawing/2014/main" id="{952511C0-0224-F66E-5D14-85FD184D95A4}"/>
              </a:ext>
            </a:extLst>
          </p:cNvPr>
          <p:cNvSpPr/>
          <p:nvPr/>
        </p:nvSpPr>
        <p:spPr>
          <a:xfrm>
            <a:off x="5214838" y="2369647"/>
            <a:ext cx="1240408" cy="902046"/>
          </a:xfrm>
          <a:custGeom>
            <a:avLst/>
            <a:gdLst>
              <a:gd name="connsiteX0" fmla="*/ 0 w 1389888"/>
              <a:gd name="connsiteY0" fmla="*/ 899770 h 914400"/>
              <a:gd name="connsiteX1" fmla="*/ 0 w 1389888"/>
              <a:gd name="connsiteY1" fmla="*/ 0 h 914400"/>
              <a:gd name="connsiteX2" fmla="*/ 1389888 w 1389888"/>
              <a:gd name="connsiteY2" fmla="*/ 0 h 914400"/>
              <a:gd name="connsiteX3" fmla="*/ 1389888 w 1389888"/>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389888" h="914400">
                <a:moveTo>
                  <a:pt x="0" y="899770"/>
                </a:moveTo>
                <a:lnTo>
                  <a:pt x="0" y="0"/>
                </a:lnTo>
                <a:lnTo>
                  <a:pt x="1389888" y="0"/>
                </a:lnTo>
                <a:lnTo>
                  <a:pt x="1389888" y="914400"/>
                </a:lnTo>
              </a:path>
            </a:pathLst>
          </a:custGeom>
          <a:noFill/>
          <a:ln w="6350" cmpd="sng"/>
        </p:spPr>
        <p:style>
          <a:lnRef idx="2">
            <a:schemeClr val="accent1">
              <a:shade val="50000"/>
            </a:schemeClr>
          </a:lnRef>
          <a:fillRef idx="1">
            <a:schemeClr val="accent1"/>
          </a:fillRef>
          <a:effectRef idx="0">
            <a:schemeClr val="accent1"/>
          </a:effectRef>
          <a:fontRef idx="minor">
            <a:schemeClr val="lt1"/>
          </a:fontRef>
        </p:style>
        <p:txBody>
          <a:bodyPr lIns="106824" tIns="53414" rIns="106824" bIns="5341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1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19" name="TextBox 17">
            <a:extLst>
              <a:ext uri="{FF2B5EF4-FFF2-40B4-BE49-F238E27FC236}">
                <a16:creationId xmlns:a16="http://schemas.microsoft.com/office/drawing/2014/main" id="{C3981592-53E3-E983-1502-3EF84ED12905}"/>
              </a:ext>
            </a:extLst>
          </p:cNvPr>
          <p:cNvSpPr txBox="1">
            <a:spLocks noChangeArrowheads="1"/>
          </p:cNvSpPr>
          <p:nvPr/>
        </p:nvSpPr>
        <p:spPr bwMode="auto">
          <a:xfrm>
            <a:off x="5519142" y="2200407"/>
            <a:ext cx="579086" cy="318403"/>
          </a:xfrm>
          <a:prstGeom prst="rect">
            <a:avLst/>
          </a:prstGeom>
          <a:solidFill>
            <a:schemeClr val="bg1"/>
          </a:solidFill>
          <a:ln>
            <a:noFill/>
          </a:ln>
        </p:spPr>
        <p:txBody>
          <a:bodyPr wrap="square" lIns="35742" tIns="35742" rIns="35742" bIns="35742" anchor="ctr" anchorCtr="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cs typeface="Arial" panose="020B0604020202020204" pitchFamily="34" charset="0"/>
              </a:rPr>
              <a:t>+0.4% YoY</a:t>
            </a:r>
          </a:p>
        </p:txBody>
      </p:sp>
      <p:graphicFrame>
        <p:nvGraphicFramePr>
          <p:cNvPr id="20" name="Grafiek 9">
            <a:extLst>
              <a:ext uri="{FF2B5EF4-FFF2-40B4-BE49-F238E27FC236}">
                <a16:creationId xmlns:a16="http://schemas.microsoft.com/office/drawing/2014/main" id="{53783CD7-12E1-653B-7ABF-6407793ED3D6}"/>
              </a:ext>
            </a:extLst>
          </p:cNvPr>
          <p:cNvGraphicFramePr/>
          <p:nvPr>
            <p:extLst>
              <p:ext uri="{D42A27DB-BD31-4B8C-83A1-F6EECF244321}">
                <p14:modId xmlns:p14="http://schemas.microsoft.com/office/powerpoint/2010/main" val="372590454"/>
              </p:ext>
            </p:extLst>
          </p:nvPr>
        </p:nvGraphicFramePr>
        <p:xfrm>
          <a:off x="4570040" y="2477211"/>
          <a:ext cx="2501606" cy="142877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1" name="Grafiek 9">
            <a:extLst>
              <a:ext uri="{FF2B5EF4-FFF2-40B4-BE49-F238E27FC236}">
                <a16:creationId xmlns:a16="http://schemas.microsoft.com/office/drawing/2014/main" id="{2C834546-5467-F93C-33E1-AA96B237A450}"/>
              </a:ext>
            </a:extLst>
          </p:cNvPr>
          <p:cNvGraphicFramePr/>
          <p:nvPr>
            <p:extLst>
              <p:ext uri="{D42A27DB-BD31-4B8C-83A1-F6EECF244321}">
                <p14:modId xmlns:p14="http://schemas.microsoft.com/office/powerpoint/2010/main" val="829967715"/>
              </p:ext>
            </p:extLst>
          </p:nvPr>
        </p:nvGraphicFramePr>
        <p:xfrm>
          <a:off x="532799" y="2457255"/>
          <a:ext cx="2589813" cy="17015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Grafiek 9">
            <a:extLst>
              <a:ext uri="{FF2B5EF4-FFF2-40B4-BE49-F238E27FC236}">
                <a16:creationId xmlns:a16="http://schemas.microsoft.com/office/drawing/2014/main" id="{B4CEAEC2-8A31-5E3D-A6A9-C7A734A83055}"/>
              </a:ext>
            </a:extLst>
          </p:cNvPr>
          <p:cNvGraphicFramePr/>
          <p:nvPr>
            <p:extLst>
              <p:ext uri="{D42A27DB-BD31-4B8C-83A1-F6EECF244321}">
                <p14:modId xmlns:p14="http://schemas.microsoft.com/office/powerpoint/2010/main" val="2510133794"/>
              </p:ext>
            </p:extLst>
          </p:nvPr>
        </p:nvGraphicFramePr>
        <p:xfrm>
          <a:off x="479376" y="4835160"/>
          <a:ext cx="2737097" cy="1612322"/>
        </p:xfrm>
        <a:graphic>
          <a:graphicData uri="http://schemas.openxmlformats.org/drawingml/2006/chart">
            <c:chart xmlns:c="http://schemas.openxmlformats.org/drawingml/2006/chart" xmlns:r="http://schemas.openxmlformats.org/officeDocument/2006/relationships" r:id="rId4"/>
          </a:graphicData>
        </a:graphic>
      </p:graphicFrame>
      <p:sp>
        <p:nvSpPr>
          <p:cNvPr id="24" name="Footer Placeholder 4">
            <a:extLst>
              <a:ext uri="{FF2B5EF4-FFF2-40B4-BE49-F238E27FC236}">
                <a16:creationId xmlns:a16="http://schemas.microsoft.com/office/drawing/2014/main" id="{B30E2CB8-4A1F-633B-D66D-8F8848C91F44}"/>
              </a:ext>
            </a:extLst>
          </p:cNvPr>
          <p:cNvSpPr txBox="1">
            <a:spLocks/>
          </p:cNvSpPr>
          <p:nvPr/>
        </p:nvSpPr>
        <p:spPr>
          <a:xfrm>
            <a:off x="609600" y="6360065"/>
            <a:ext cx="4498975" cy="209010"/>
          </a:xfrm>
          <a:prstGeom prst="rect">
            <a:avLst/>
          </a:prstGeom>
        </p:spPr>
        <p:txBody>
          <a:bodyPr vert="horz" lIns="0" tIns="36000" rIns="0" bIns="0" rtlCol="0" anchor="b" anchorCtr="0">
            <a:noAutofit/>
          </a:bodyPr>
          <a:lstStyle>
            <a:defPPr>
              <a:defRPr lang="en-US"/>
            </a:defPPr>
            <a:lvl1pPr marL="0" algn="l" defTabSz="914400" rtl="0" eaLnBrk="1" latinLnBrk="0" hangingPunct="1">
              <a:lnSpc>
                <a:spcPts val="900"/>
              </a:lnSpc>
              <a:defRPr lang="en-US" sz="600" kern="0" spc="100" smtClean="0">
                <a:solidFill>
                  <a:schemeClr val="tx1"/>
                </a:solidFill>
                <a:effectLst/>
                <a:latin typeface="Open Sans Light"/>
                <a:ea typeface="+mn-ea"/>
                <a:cs typeface="Open Sans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en-US" sz="600" b="0" i="0" u="none" strike="noStrike" kern="0" cap="none" spc="100" normalizeH="0" baseline="0" noProof="0">
                <a:ln>
                  <a:noFill/>
                </a:ln>
                <a:solidFill>
                  <a:srgbClr val="171616"/>
                </a:solidFill>
                <a:effectLst/>
                <a:uLnTx/>
                <a:uFillTx/>
                <a:latin typeface="Arial" panose="020B0604020202020204" pitchFamily="34" charset="0"/>
                <a:cs typeface="Arial" panose="020B0604020202020204" pitchFamily="34" charset="0"/>
              </a:rPr>
              <a:t>PRESENTATION TITLE – CLIENT NAME</a:t>
            </a:r>
            <a:endParaRPr kumimoji="0" lang="en-US" sz="600" b="0" i="0" u="none" strike="noStrike" kern="0" cap="none" spc="100" normalizeH="0" baseline="0" noProof="0" dirty="0">
              <a:ln>
                <a:noFill/>
              </a:ln>
              <a:solidFill>
                <a:srgbClr val="171616"/>
              </a:solidFill>
              <a:effectLst/>
              <a:uLnTx/>
              <a:uFillTx/>
              <a:latin typeface="Arial" panose="020B0604020202020204" pitchFamily="34" charset="0"/>
              <a:cs typeface="Arial" panose="020B0604020202020204" pitchFamily="34" charset="0"/>
            </a:endParaRPr>
          </a:p>
        </p:txBody>
      </p:sp>
      <p:graphicFrame>
        <p:nvGraphicFramePr>
          <p:cNvPr id="25" name="Grafiek 9">
            <a:extLst>
              <a:ext uri="{FF2B5EF4-FFF2-40B4-BE49-F238E27FC236}">
                <a16:creationId xmlns:a16="http://schemas.microsoft.com/office/drawing/2014/main" id="{586B1601-BBB9-67C5-5B91-C73B3C99EFA7}"/>
              </a:ext>
            </a:extLst>
          </p:cNvPr>
          <p:cNvGraphicFramePr/>
          <p:nvPr>
            <p:extLst>
              <p:ext uri="{D42A27DB-BD31-4B8C-83A1-F6EECF244321}">
                <p14:modId xmlns:p14="http://schemas.microsoft.com/office/powerpoint/2010/main" val="1755058953"/>
              </p:ext>
            </p:extLst>
          </p:nvPr>
        </p:nvGraphicFramePr>
        <p:xfrm>
          <a:off x="4439816" y="4768077"/>
          <a:ext cx="2649340" cy="1704805"/>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63B0CED7-D906-A5D8-96C7-7ECEFBCC5CAD}"/>
              </a:ext>
            </a:extLst>
          </p:cNvPr>
          <p:cNvSpPr txBox="1"/>
          <p:nvPr/>
        </p:nvSpPr>
        <p:spPr>
          <a:xfrm>
            <a:off x="7402300" y="5923012"/>
            <a:ext cx="3184696" cy="293798"/>
          </a:xfrm>
          <a:prstGeom prst="rect">
            <a:avLst/>
          </a:prstGeom>
          <a:noFill/>
        </p:spPr>
        <p:txBody>
          <a:bodyPr wrap="square">
            <a:spAutoFit/>
          </a:bodyPr>
          <a:lstStyle/>
          <a:p>
            <a:pPr marL="0" indent="0" defTabSz="901821">
              <a:lnSpc>
                <a:spcPct val="130000"/>
              </a:lnSpc>
              <a:buClr>
                <a:srgbClr val="F6A11B"/>
              </a:buClr>
              <a:buSzPct val="100000"/>
            </a:pPr>
            <a:r>
              <a:rPr lang="en-US" sz="1100" kern="0" spc="80" dirty="0">
                <a:solidFill>
                  <a:srgbClr val="979797"/>
                </a:solidFill>
                <a:latin typeface="Arial" panose="020B0604020202020204" pitchFamily="34" charset="0"/>
                <a:cs typeface="Arial" panose="020B0604020202020204" pitchFamily="34" charset="0"/>
              </a:rPr>
              <a:t>Notes will be pointed here</a:t>
            </a:r>
            <a:endParaRPr lang="en-GB" sz="1100" spc="8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2633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55294-BA2D-9B4D-9AEB-5F35CBDB67CC}"/>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Section Title Set Across 1 or 2 Lines</a:t>
            </a:r>
            <a:endParaRPr lang="en-US" dirty="0">
              <a:solidFill>
                <a:srgbClr val="EF6E23"/>
              </a:solidFill>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26B099AF-FF4B-53AB-8DA5-65083428A225}"/>
              </a:ext>
            </a:extLst>
          </p:cNvPr>
          <p:cNvSpPr>
            <a:spLocks noGrp="1"/>
          </p:cNvSpPr>
          <p:nvPr>
            <p:ph type="body" sz="quarter" idx="14"/>
          </p:nvPr>
        </p:nvSpPr>
        <p:spPr/>
        <p:txBody>
          <a:bodyPr/>
          <a:lstStyle/>
          <a:p>
            <a:r>
              <a:rPr lang="en-US" b="0" dirty="0">
                <a:latin typeface="Arial" panose="020B0604020202020204" pitchFamily="34" charset="0"/>
                <a:cs typeface="Arial" panose="020B0604020202020204" pitchFamily="34" charset="0"/>
              </a:rPr>
              <a:t>JAN</a:t>
            </a:r>
          </a:p>
        </p:txBody>
      </p:sp>
      <p:sp>
        <p:nvSpPr>
          <p:cNvPr id="4" name="Text Placeholder 3">
            <a:extLst>
              <a:ext uri="{FF2B5EF4-FFF2-40B4-BE49-F238E27FC236}">
                <a16:creationId xmlns:a16="http://schemas.microsoft.com/office/drawing/2014/main" id="{5FC81A41-523F-F14C-7A97-239C71D3E850}"/>
              </a:ext>
            </a:extLst>
          </p:cNvPr>
          <p:cNvSpPr>
            <a:spLocks noGrp="1"/>
          </p:cNvSpPr>
          <p:nvPr>
            <p:ph type="body" sz="quarter" idx="20"/>
          </p:nvPr>
        </p:nvSpPr>
        <p:spPr/>
        <p:txBody>
          <a:bodyPr/>
          <a:lstStyle/>
          <a:p>
            <a:r>
              <a:rPr lang="en-US" b="0" dirty="0">
                <a:latin typeface="Arial" panose="020B0604020202020204" pitchFamily="34" charset="0"/>
                <a:cs typeface="Arial" panose="020B0604020202020204" pitchFamily="34" charset="0"/>
              </a:rPr>
              <a:t>FEB</a:t>
            </a:r>
          </a:p>
        </p:txBody>
      </p:sp>
      <p:sp>
        <p:nvSpPr>
          <p:cNvPr id="5" name="Text Placeholder 4">
            <a:extLst>
              <a:ext uri="{FF2B5EF4-FFF2-40B4-BE49-F238E27FC236}">
                <a16:creationId xmlns:a16="http://schemas.microsoft.com/office/drawing/2014/main" id="{75F5B103-3E8E-12CE-1C39-9D96A3EA4FB2}"/>
              </a:ext>
            </a:extLst>
          </p:cNvPr>
          <p:cNvSpPr>
            <a:spLocks noGrp="1"/>
          </p:cNvSpPr>
          <p:nvPr>
            <p:ph type="body" sz="quarter" idx="21"/>
          </p:nvPr>
        </p:nvSpPr>
        <p:spPr/>
        <p:txBody>
          <a:bodyPr/>
          <a:lstStyle/>
          <a:p>
            <a:r>
              <a:rPr lang="en-US" b="0" dirty="0">
                <a:latin typeface="Arial" panose="020B0604020202020204" pitchFamily="34" charset="0"/>
                <a:cs typeface="Arial" panose="020B0604020202020204" pitchFamily="34" charset="0"/>
              </a:rPr>
              <a:t>MAR</a:t>
            </a:r>
          </a:p>
        </p:txBody>
      </p:sp>
      <p:sp>
        <p:nvSpPr>
          <p:cNvPr id="6" name="Text Placeholder 5">
            <a:extLst>
              <a:ext uri="{FF2B5EF4-FFF2-40B4-BE49-F238E27FC236}">
                <a16:creationId xmlns:a16="http://schemas.microsoft.com/office/drawing/2014/main" id="{14440759-0851-9F2A-DB8E-30C0965DDD45}"/>
              </a:ext>
            </a:extLst>
          </p:cNvPr>
          <p:cNvSpPr>
            <a:spLocks noGrp="1"/>
          </p:cNvSpPr>
          <p:nvPr>
            <p:ph type="body" sz="quarter" idx="22"/>
          </p:nvPr>
        </p:nvSpPr>
        <p:spPr/>
        <p:txBody>
          <a:bodyPr/>
          <a:lstStyle/>
          <a:p>
            <a:r>
              <a:rPr lang="en-US" b="0" dirty="0">
                <a:latin typeface="Arial" panose="020B0604020202020204" pitchFamily="34" charset="0"/>
                <a:cs typeface="Arial" panose="020B0604020202020204" pitchFamily="34" charset="0"/>
              </a:rPr>
              <a:t>APR</a:t>
            </a:r>
          </a:p>
        </p:txBody>
      </p:sp>
      <p:sp>
        <p:nvSpPr>
          <p:cNvPr id="7" name="Text Placeholder 6">
            <a:extLst>
              <a:ext uri="{FF2B5EF4-FFF2-40B4-BE49-F238E27FC236}">
                <a16:creationId xmlns:a16="http://schemas.microsoft.com/office/drawing/2014/main" id="{83E0C00B-1AE9-8C81-C3A2-552CB191162F}"/>
              </a:ext>
            </a:extLst>
          </p:cNvPr>
          <p:cNvSpPr>
            <a:spLocks noGrp="1"/>
          </p:cNvSpPr>
          <p:nvPr>
            <p:ph type="body" sz="quarter" idx="23"/>
          </p:nvPr>
        </p:nvSpPr>
        <p:spPr/>
        <p:txBody>
          <a:bodyPr/>
          <a:lstStyle/>
          <a:p>
            <a:r>
              <a:rPr lang="en-US" b="0" dirty="0">
                <a:latin typeface="Arial" panose="020B0604020202020204" pitchFamily="34" charset="0"/>
                <a:cs typeface="Arial" panose="020B0604020202020204" pitchFamily="34" charset="0"/>
              </a:rPr>
              <a:t>MAY</a:t>
            </a:r>
          </a:p>
        </p:txBody>
      </p:sp>
      <p:sp>
        <p:nvSpPr>
          <p:cNvPr id="8" name="Text Placeholder 7">
            <a:extLst>
              <a:ext uri="{FF2B5EF4-FFF2-40B4-BE49-F238E27FC236}">
                <a16:creationId xmlns:a16="http://schemas.microsoft.com/office/drawing/2014/main" id="{747225AE-292A-5C0C-9695-586C23F29702}"/>
              </a:ext>
            </a:extLst>
          </p:cNvPr>
          <p:cNvSpPr>
            <a:spLocks noGrp="1"/>
          </p:cNvSpPr>
          <p:nvPr>
            <p:ph type="body" sz="quarter" idx="24"/>
          </p:nvPr>
        </p:nvSpPr>
        <p:spPr/>
        <p:txBody>
          <a:bodyPr/>
          <a:lstStyle/>
          <a:p>
            <a:r>
              <a:rPr lang="en-US" b="0" dirty="0">
                <a:latin typeface="Arial" panose="020B0604020202020204" pitchFamily="34" charset="0"/>
                <a:cs typeface="Arial" panose="020B0604020202020204" pitchFamily="34" charset="0"/>
              </a:rPr>
              <a:t>JUN</a:t>
            </a:r>
          </a:p>
        </p:txBody>
      </p:sp>
      <p:sp>
        <p:nvSpPr>
          <p:cNvPr id="9" name="Text Placeholder 8">
            <a:extLst>
              <a:ext uri="{FF2B5EF4-FFF2-40B4-BE49-F238E27FC236}">
                <a16:creationId xmlns:a16="http://schemas.microsoft.com/office/drawing/2014/main" id="{70594069-959B-9339-D024-BE349EC3CEEE}"/>
              </a:ext>
            </a:extLst>
          </p:cNvPr>
          <p:cNvSpPr>
            <a:spLocks noGrp="1"/>
          </p:cNvSpPr>
          <p:nvPr>
            <p:ph type="body" sz="quarter" idx="25"/>
          </p:nvPr>
        </p:nvSpPr>
        <p:spPr/>
        <p:txBody>
          <a:bodyPr>
            <a:normAutofit/>
          </a:bodyPr>
          <a:lstStyle/>
          <a:p>
            <a:pPr algn="l"/>
            <a:r>
              <a:rPr lang="en-US" b="0" dirty="0">
                <a:latin typeface="Arial" panose="020B0604020202020204" pitchFamily="34" charset="0"/>
                <a:cs typeface="Arial" panose="020B0604020202020204" pitchFamily="34" charset="0"/>
              </a:rPr>
              <a:t>JAN 2025 </a:t>
            </a:r>
          </a:p>
          <a:p>
            <a:pPr algn="l"/>
            <a:r>
              <a:rPr lang="en-US" sz="1400" b="0" dirty="0">
                <a:latin typeface="Arial" panose="020B0604020202020204" pitchFamily="34" charset="0"/>
                <a:cs typeface="Arial" panose="020B0604020202020204" pitchFamily="34" charset="0"/>
              </a:rPr>
              <a:t>	Details</a:t>
            </a:r>
            <a:endParaRPr lang="en-US" b="0" dirty="0">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BB5CDE1F-1C99-EDF9-EA2B-277995310742}"/>
              </a:ext>
            </a:extLst>
          </p:cNvPr>
          <p:cNvSpPr>
            <a:spLocks noGrp="1"/>
          </p:cNvSpPr>
          <p:nvPr>
            <p:ph type="body" sz="quarter" idx="26"/>
          </p:nvPr>
        </p:nvSpPr>
        <p:spPr/>
        <p:txBody>
          <a:bodyPr/>
          <a:lstStyle/>
          <a:p>
            <a:pPr algn="l"/>
            <a:r>
              <a:rPr lang="en-US" b="0" dirty="0">
                <a:latin typeface="Arial" panose="020B0604020202020204" pitchFamily="34" charset="0"/>
                <a:cs typeface="Arial" panose="020B0604020202020204" pitchFamily="34" charset="0"/>
              </a:rPr>
              <a:t>FEB 2025 </a:t>
            </a:r>
          </a:p>
          <a:p>
            <a:pPr algn="l"/>
            <a:r>
              <a:rPr lang="en-US" b="0" dirty="0">
                <a:latin typeface="Arial" panose="020B0604020202020204" pitchFamily="34" charset="0"/>
                <a:cs typeface="Arial" panose="020B0604020202020204" pitchFamily="34" charset="0"/>
              </a:rPr>
              <a:t>	Details</a:t>
            </a:r>
          </a:p>
        </p:txBody>
      </p:sp>
      <p:sp>
        <p:nvSpPr>
          <p:cNvPr id="11" name="Text Placeholder 10">
            <a:extLst>
              <a:ext uri="{FF2B5EF4-FFF2-40B4-BE49-F238E27FC236}">
                <a16:creationId xmlns:a16="http://schemas.microsoft.com/office/drawing/2014/main" id="{E9C34AD0-842C-28AD-DD59-6E1ED209468E}"/>
              </a:ext>
            </a:extLst>
          </p:cNvPr>
          <p:cNvSpPr>
            <a:spLocks noGrp="1"/>
          </p:cNvSpPr>
          <p:nvPr>
            <p:ph type="body" sz="quarter" idx="27"/>
          </p:nvPr>
        </p:nvSpPr>
        <p:spPr/>
        <p:txBody>
          <a:bodyPr/>
          <a:lstStyle/>
          <a:p>
            <a:pPr algn="l"/>
            <a:r>
              <a:rPr lang="en-US" b="0" dirty="0">
                <a:latin typeface="Arial" panose="020B0604020202020204" pitchFamily="34" charset="0"/>
                <a:cs typeface="Arial" panose="020B0604020202020204" pitchFamily="34" charset="0"/>
              </a:rPr>
              <a:t>MAR 2025 </a:t>
            </a:r>
          </a:p>
          <a:p>
            <a:pPr algn="l"/>
            <a:r>
              <a:rPr lang="en-US" b="0" dirty="0">
                <a:latin typeface="Arial" panose="020B0604020202020204" pitchFamily="34" charset="0"/>
                <a:cs typeface="Arial" panose="020B0604020202020204" pitchFamily="34" charset="0"/>
              </a:rPr>
              <a:t>	Details</a:t>
            </a:r>
          </a:p>
        </p:txBody>
      </p:sp>
      <p:sp>
        <p:nvSpPr>
          <p:cNvPr id="12" name="Text Placeholder 11">
            <a:extLst>
              <a:ext uri="{FF2B5EF4-FFF2-40B4-BE49-F238E27FC236}">
                <a16:creationId xmlns:a16="http://schemas.microsoft.com/office/drawing/2014/main" id="{291F0730-34C5-A26A-D9E2-0CFE6A183B84}"/>
              </a:ext>
            </a:extLst>
          </p:cNvPr>
          <p:cNvSpPr>
            <a:spLocks noGrp="1"/>
          </p:cNvSpPr>
          <p:nvPr>
            <p:ph type="body" sz="quarter" idx="28"/>
          </p:nvPr>
        </p:nvSpPr>
        <p:spPr/>
        <p:txBody>
          <a:bodyPr/>
          <a:lstStyle/>
          <a:p>
            <a:pPr algn="l"/>
            <a:r>
              <a:rPr lang="en-US" b="0" dirty="0">
                <a:latin typeface="Arial" panose="020B0604020202020204" pitchFamily="34" charset="0"/>
                <a:cs typeface="Arial" panose="020B0604020202020204" pitchFamily="34" charset="0"/>
              </a:rPr>
              <a:t>APR 2025 </a:t>
            </a:r>
          </a:p>
          <a:p>
            <a:pPr algn="l"/>
            <a:r>
              <a:rPr lang="en-US" b="0" dirty="0">
                <a:latin typeface="Arial" panose="020B0604020202020204" pitchFamily="34" charset="0"/>
                <a:cs typeface="Arial" panose="020B0604020202020204" pitchFamily="34" charset="0"/>
              </a:rPr>
              <a:t>	Details</a:t>
            </a:r>
          </a:p>
          <a:p>
            <a:pPr algn="l"/>
            <a:endParaRPr lang="en-US" b="0" dirty="0">
              <a:latin typeface="Arial" panose="020B0604020202020204" pitchFamily="34" charset="0"/>
              <a:cs typeface="Arial" panose="020B0604020202020204" pitchFamily="34" charset="0"/>
            </a:endParaRPr>
          </a:p>
          <a:p>
            <a:endParaRPr lang="en-US" b="0" dirty="0">
              <a:latin typeface="Arial" panose="020B0604020202020204" pitchFamily="34" charset="0"/>
              <a:cs typeface="Arial" panose="020B0604020202020204" pitchFamily="34" charset="0"/>
            </a:endParaRPr>
          </a:p>
        </p:txBody>
      </p:sp>
      <p:sp>
        <p:nvSpPr>
          <p:cNvPr id="13" name="Text Placeholder 12">
            <a:extLst>
              <a:ext uri="{FF2B5EF4-FFF2-40B4-BE49-F238E27FC236}">
                <a16:creationId xmlns:a16="http://schemas.microsoft.com/office/drawing/2014/main" id="{CD88B999-EB2E-9B78-B1B8-0BAE5D133FF8}"/>
              </a:ext>
            </a:extLst>
          </p:cNvPr>
          <p:cNvSpPr>
            <a:spLocks noGrp="1"/>
          </p:cNvSpPr>
          <p:nvPr>
            <p:ph type="body" sz="quarter" idx="29"/>
          </p:nvPr>
        </p:nvSpPr>
        <p:spPr/>
        <p:txBody>
          <a:bodyPr/>
          <a:lstStyle/>
          <a:p>
            <a:pPr algn="l"/>
            <a:r>
              <a:rPr lang="en-US" b="0" dirty="0">
                <a:latin typeface="Arial" panose="020B0604020202020204" pitchFamily="34" charset="0"/>
                <a:cs typeface="Arial" panose="020B0604020202020204" pitchFamily="34" charset="0"/>
              </a:rPr>
              <a:t>MAY 2025 </a:t>
            </a:r>
          </a:p>
          <a:p>
            <a:pPr algn="l"/>
            <a:r>
              <a:rPr lang="en-US" b="0" dirty="0">
                <a:latin typeface="Arial" panose="020B0604020202020204" pitchFamily="34" charset="0"/>
                <a:cs typeface="Arial" panose="020B0604020202020204" pitchFamily="34" charset="0"/>
              </a:rPr>
              <a:t>	Details </a:t>
            </a:r>
          </a:p>
          <a:p>
            <a:pPr algn="l"/>
            <a:endParaRPr lang="en-US" b="0" dirty="0">
              <a:latin typeface="Arial" panose="020B0604020202020204" pitchFamily="34" charset="0"/>
              <a:cs typeface="Arial" panose="020B0604020202020204" pitchFamily="34" charset="0"/>
            </a:endParaRPr>
          </a:p>
          <a:p>
            <a:endParaRPr lang="en-US" b="0" dirty="0">
              <a:latin typeface="Arial" panose="020B0604020202020204" pitchFamily="34" charset="0"/>
              <a:cs typeface="Arial" panose="020B0604020202020204" pitchFamily="34" charset="0"/>
            </a:endParaRPr>
          </a:p>
        </p:txBody>
      </p:sp>
      <p:sp>
        <p:nvSpPr>
          <p:cNvPr id="14" name="Text Placeholder 13">
            <a:extLst>
              <a:ext uri="{FF2B5EF4-FFF2-40B4-BE49-F238E27FC236}">
                <a16:creationId xmlns:a16="http://schemas.microsoft.com/office/drawing/2014/main" id="{7EFD13BB-2715-07EB-5B55-6A0FBFDE3244}"/>
              </a:ext>
            </a:extLst>
          </p:cNvPr>
          <p:cNvSpPr>
            <a:spLocks noGrp="1"/>
          </p:cNvSpPr>
          <p:nvPr>
            <p:ph type="body" sz="quarter" idx="30"/>
          </p:nvPr>
        </p:nvSpPr>
        <p:spPr/>
        <p:txBody>
          <a:bodyPr/>
          <a:lstStyle/>
          <a:p>
            <a:pPr algn="l"/>
            <a:r>
              <a:rPr lang="en-US" b="0" dirty="0">
                <a:latin typeface="Arial" panose="020B0604020202020204" pitchFamily="34" charset="0"/>
                <a:cs typeface="Arial" panose="020B0604020202020204" pitchFamily="34" charset="0"/>
              </a:rPr>
              <a:t>JUN 2025 </a:t>
            </a:r>
          </a:p>
          <a:p>
            <a:pPr algn="l"/>
            <a:r>
              <a:rPr lang="en-US" b="0" dirty="0">
                <a:latin typeface="Arial" panose="020B0604020202020204" pitchFamily="34" charset="0"/>
                <a:cs typeface="Arial" panose="020B0604020202020204" pitchFamily="34" charset="0"/>
              </a:rPr>
              <a:t>	Details</a:t>
            </a:r>
          </a:p>
        </p:txBody>
      </p:sp>
    </p:spTree>
    <p:extLst>
      <p:ext uri="{BB962C8B-B14F-4D97-AF65-F5344CB8AC3E}">
        <p14:creationId xmlns:p14="http://schemas.microsoft.com/office/powerpoint/2010/main" val="3891956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8" y="255240"/>
            <a:ext cx="3483294" cy="6453682"/>
          </a:xfrm>
          <a:custGeom>
            <a:avLst/>
            <a:gdLst/>
            <a:ahLst/>
            <a:cxnLst/>
            <a:rect l="l" t="t" r="r" b="b"/>
            <a:pathLst>
              <a:path w="5744210" h="10642600">
                <a:moveTo>
                  <a:pt x="5743613" y="5574398"/>
                </a:moveTo>
                <a:lnTo>
                  <a:pt x="5743232" y="5528576"/>
                </a:lnTo>
                <a:lnTo>
                  <a:pt x="5742152" y="5482729"/>
                </a:lnTo>
                <a:lnTo>
                  <a:pt x="5740362" y="5436882"/>
                </a:lnTo>
                <a:lnTo>
                  <a:pt x="5737885" y="5391023"/>
                </a:lnTo>
                <a:lnTo>
                  <a:pt x="5734697" y="5345176"/>
                </a:lnTo>
                <a:lnTo>
                  <a:pt x="5730799" y="5299341"/>
                </a:lnTo>
                <a:lnTo>
                  <a:pt x="5726188" y="5253533"/>
                </a:lnTo>
                <a:lnTo>
                  <a:pt x="5720854" y="5207749"/>
                </a:lnTo>
                <a:lnTo>
                  <a:pt x="5714822" y="5162004"/>
                </a:lnTo>
                <a:lnTo>
                  <a:pt x="5708066" y="5116296"/>
                </a:lnTo>
                <a:lnTo>
                  <a:pt x="5700585" y="5070653"/>
                </a:lnTo>
                <a:lnTo>
                  <a:pt x="5692381" y="5025060"/>
                </a:lnTo>
                <a:lnTo>
                  <a:pt x="5683453" y="4979543"/>
                </a:lnTo>
                <a:lnTo>
                  <a:pt x="5673788" y="4934102"/>
                </a:lnTo>
                <a:lnTo>
                  <a:pt x="5663400" y="4888750"/>
                </a:lnTo>
                <a:lnTo>
                  <a:pt x="5652274" y="4843475"/>
                </a:lnTo>
                <a:lnTo>
                  <a:pt x="5640413" y="4798314"/>
                </a:lnTo>
                <a:lnTo>
                  <a:pt x="5627814" y="4753254"/>
                </a:lnTo>
                <a:lnTo>
                  <a:pt x="5614467" y="4708322"/>
                </a:lnTo>
                <a:lnTo>
                  <a:pt x="5600382" y="4663503"/>
                </a:lnTo>
                <a:lnTo>
                  <a:pt x="5585549" y="4618812"/>
                </a:lnTo>
                <a:lnTo>
                  <a:pt x="5569966" y="4574273"/>
                </a:lnTo>
                <a:lnTo>
                  <a:pt x="5553621" y="4529874"/>
                </a:lnTo>
                <a:lnTo>
                  <a:pt x="5536527" y="4485627"/>
                </a:lnTo>
                <a:lnTo>
                  <a:pt x="5518683" y="4441545"/>
                </a:lnTo>
                <a:lnTo>
                  <a:pt x="5500078" y="4397641"/>
                </a:lnTo>
                <a:lnTo>
                  <a:pt x="5480697" y="4353903"/>
                </a:lnTo>
                <a:lnTo>
                  <a:pt x="5460568" y="4310367"/>
                </a:lnTo>
                <a:lnTo>
                  <a:pt x="5438508" y="4264939"/>
                </a:lnTo>
                <a:lnTo>
                  <a:pt x="5415775" y="4219994"/>
                </a:lnTo>
                <a:lnTo>
                  <a:pt x="5392369" y="4175506"/>
                </a:lnTo>
                <a:lnTo>
                  <a:pt x="5368302" y="4131513"/>
                </a:lnTo>
                <a:lnTo>
                  <a:pt x="5343576" y="4087990"/>
                </a:lnTo>
                <a:lnTo>
                  <a:pt x="5318201" y="4044962"/>
                </a:lnTo>
                <a:lnTo>
                  <a:pt x="5292179" y="4002430"/>
                </a:lnTo>
                <a:lnTo>
                  <a:pt x="5265521" y="3960406"/>
                </a:lnTo>
                <a:lnTo>
                  <a:pt x="5238254" y="3918889"/>
                </a:lnTo>
                <a:lnTo>
                  <a:pt x="5210353" y="3877881"/>
                </a:lnTo>
                <a:lnTo>
                  <a:pt x="5181854" y="3837381"/>
                </a:lnTo>
                <a:lnTo>
                  <a:pt x="5152745" y="3797414"/>
                </a:lnTo>
                <a:lnTo>
                  <a:pt x="5123040" y="3757980"/>
                </a:lnTo>
                <a:lnTo>
                  <a:pt x="5092751" y="3719080"/>
                </a:lnTo>
                <a:lnTo>
                  <a:pt x="5061877" y="3680714"/>
                </a:lnTo>
                <a:lnTo>
                  <a:pt x="5030432" y="3642906"/>
                </a:lnTo>
                <a:lnTo>
                  <a:pt x="4998428" y="3605644"/>
                </a:lnTo>
                <a:lnTo>
                  <a:pt x="4965878" y="3568941"/>
                </a:lnTo>
                <a:lnTo>
                  <a:pt x="4932769" y="3532797"/>
                </a:lnTo>
                <a:lnTo>
                  <a:pt x="4899114" y="3497224"/>
                </a:lnTo>
                <a:lnTo>
                  <a:pt x="4864938" y="3462223"/>
                </a:lnTo>
                <a:lnTo>
                  <a:pt x="4830229" y="3427806"/>
                </a:lnTo>
                <a:lnTo>
                  <a:pt x="4794999" y="3393973"/>
                </a:lnTo>
                <a:lnTo>
                  <a:pt x="4759274" y="3360737"/>
                </a:lnTo>
                <a:lnTo>
                  <a:pt x="4723028" y="3328098"/>
                </a:lnTo>
                <a:lnTo>
                  <a:pt x="4686300" y="3296056"/>
                </a:lnTo>
                <a:lnTo>
                  <a:pt x="4649089" y="3264624"/>
                </a:lnTo>
                <a:lnTo>
                  <a:pt x="4611395" y="3233801"/>
                </a:lnTo>
                <a:lnTo>
                  <a:pt x="4573232" y="3203600"/>
                </a:lnTo>
                <a:lnTo>
                  <a:pt x="4534598" y="3174034"/>
                </a:lnTo>
                <a:lnTo>
                  <a:pt x="4495520" y="3145078"/>
                </a:lnTo>
                <a:lnTo>
                  <a:pt x="4455985" y="3116783"/>
                </a:lnTo>
                <a:lnTo>
                  <a:pt x="4416018" y="3089110"/>
                </a:lnTo>
                <a:lnTo>
                  <a:pt x="4375620" y="3062097"/>
                </a:lnTo>
                <a:lnTo>
                  <a:pt x="4334789" y="3035731"/>
                </a:lnTo>
                <a:lnTo>
                  <a:pt x="4293552" y="3010027"/>
                </a:lnTo>
                <a:lnTo>
                  <a:pt x="4251896" y="2984982"/>
                </a:lnTo>
                <a:lnTo>
                  <a:pt x="4209846" y="2960611"/>
                </a:lnTo>
                <a:lnTo>
                  <a:pt x="4167403" y="2936913"/>
                </a:lnTo>
                <a:lnTo>
                  <a:pt x="4124566" y="2913900"/>
                </a:lnTo>
                <a:lnTo>
                  <a:pt x="4081361" y="2891574"/>
                </a:lnTo>
                <a:lnTo>
                  <a:pt x="4037787" y="2869933"/>
                </a:lnTo>
                <a:lnTo>
                  <a:pt x="3993845" y="2848991"/>
                </a:lnTo>
                <a:lnTo>
                  <a:pt x="3949547" y="2828760"/>
                </a:lnTo>
                <a:lnTo>
                  <a:pt x="3904907" y="2809240"/>
                </a:lnTo>
                <a:lnTo>
                  <a:pt x="3859923" y="2790431"/>
                </a:lnTo>
                <a:lnTo>
                  <a:pt x="3814610" y="2772333"/>
                </a:lnTo>
                <a:lnTo>
                  <a:pt x="3768979" y="2754973"/>
                </a:lnTo>
                <a:lnTo>
                  <a:pt x="3723030" y="2738348"/>
                </a:lnTo>
                <a:lnTo>
                  <a:pt x="3676764" y="2722448"/>
                </a:lnTo>
                <a:lnTo>
                  <a:pt x="3630206" y="2707297"/>
                </a:lnTo>
                <a:lnTo>
                  <a:pt x="3583355" y="2692895"/>
                </a:lnTo>
                <a:lnTo>
                  <a:pt x="3536226" y="2679242"/>
                </a:lnTo>
                <a:lnTo>
                  <a:pt x="3488817" y="2666365"/>
                </a:lnTo>
                <a:lnTo>
                  <a:pt x="3441128" y="2654236"/>
                </a:lnTo>
                <a:lnTo>
                  <a:pt x="3393186" y="2642882"/>
                </a:lnTo>
                <a:lnTo>
                  <a:pt x="3344989" y="2632303"/>
                </a:lnTo>
                <a:lnTo>
                  <a:pt x="3296551" y="2622512"/>
                </a:lnTo>
                <a:lnTo>
                  <a:pt x="3247860" y="2613507"/>
                </a:lnTo>
                <a:lnTo>
                  <a:pt x="3198952" y="2605290"/>
                </a:lnTo>
                <a:lnTo>
                  <a:pt x="3149816" y="2597886"/>
                </a:lnTo>
                <a:lnTo>
                  <a:pt x="3100476" y="2591270"/>
                </a:lnTo>
                <a:lnTo>
                  <a:pt x="3095968" y="2590381"/>
                </a:lnTo>
                <a:lnTo>
                  <a:pt x="3091421" y="2590381"/>
                </a:lnTo>
                <a:lnTo>
                  <a:pt x="3086938" y="2589479"/>
                </a:lnTo>
                <a:lnTo>
                  <a:pt x="3014459" y="2581465"/>
                </a:lnTo>
                <a:lnTo>
                  <a:pt x="2982036" y="2578176"/>
                </a:lnTo>
                <a:lnTo>
                  <a:pt x="2965094" y="2576855"/>
                </a:lnTo>
                <a:lnTo>
                  <a:pt x="2967215" y="2540000"/>
                </a:lnTo>
                <a:lnTo>
                  <a:pt x="2968345" y="2489200"/>
                </a:lnTo>
                <a:lnTo>
                  <a:pt x="2968421" y="2438400"/>
                </a:lnTo>
                <a:lnTo>
                  <a:pt x="2967456" y="2387600"/>
                </a:lnTo>
                <a:lnTo>
                  <a:pt x="2965437" y="2336800"/>
                </a:lnTo>
                <a:lnTo>
                  <a:pt x="2962389" y="2286000"/>
                </a:lnTo>
                <a:lnTo>
                  <a:pt x="2958287" y="2247900"/>
                </a:lnTo>
                <a:lnTo>
                  <a:pt x="2953156" y="2197100"/>
                </a:lnTo>
                <a:lnTo>
                  <a:pt x="2946984" y="2146300"/>
                </a:lnTo>
                <a:lnTo>
                  <a:pt x="2939770" y="2095500"/>
                </a:lnTo>
                <a:lnTo>
                  <a:pt x="2931541" y="2044700"/>
                </a:lnTo>
                <a:lnTo>
                  <a:pt x="2922282" y="1993900"/>
                </a:lnTo>
                <a:lnTo>
                  <a:pt x="2911995" y="1955800"/>
                </a:lnTo>
                <a:lnTo>
                  <a:pt x="2900680" y="1905000"/>
                </a:lnTo>
                <a:lnTo>
                  <a:pt x="2888348" y="1854200"/>
                </a:lnTo>
                <a:lnTo>
                  <a:pt x="2875000" y="1803400"/>
                </a:lnTo>
                <a:lnTo>
                  <a:pt x="2860624" y="1765300"/>
                </a:lnTo>
                <a:lnTo>
                  <a:pt x="2845244" y="1714500"/>
                </a:lnTo>
                <a:lnTo>
                  <a:pt x="2828861" y="1663700"/>
                </a:lnTo>
                <a:lnTo>
                  <a:pt x="2811462" y="1612900"/>
                </a:lnTo>
                <a:lnTo>
                  <a:pt x="2793060" y="1574800"/>
                </a:lnTo>
                <a:lnTo>
                  <a:pt x="2773642" y="1524000"/>
                </a:lnTo>
                <a:lnTo>
                  <a:pt x="2753233" y="1473200"/>
                </a:lnTo>
                <a:lnTo>
                  <a:pt x="2731833" y="1435100"/>
                </a:lnTo>
                <a:lnTo>
                  <a:pt x="2709430" y="1384300"/>
                </a:lnTo>
                <a:lnTo>
                  <a:pt x="2686024" y="1346200"/>
                </a:lnTo>
                <a:lnTo>
                  <a:pt x="2661640" y="1295400"/>
                </a:lnTo>
                <a:lnTo>
                  <a:pt x="2638120" y="1257300"/>
                </a:lnTo>
                <a:lnTo>
                  <a:pt x="2613799" y="1206500"/>
                </a:lnTo>
                <a:lnTo>
                  <a:pt x="2588691" y="1168400"/>
                </a:lnTo>
                <a:lnTo>
                  <a:pt x="2562822" y="1130300"/>
                </a:lnTo>
                <a:lnTo>
                  <a:pt x="2536177" y="1092200"/>
                </a:lnTo>
                <a:lnTo>
                  <a:pt x="2508783" y="1054100"/>
                </a:lnTo>
                <a:lnTo>
                  <a:pt x="2480653" y="1003300"/>
                </a:lnTo>
                <a:lnTo>
                  <a:pt x="2451785" y="965200"/>
                </a:lnTo>
                <a:lnTo>
                  <a:pt x="2422207" y="927100"/>
                </a:lnTo>
                <a:lnTo>
                  <a:pt x="2391930" y="901700"/>
                </a:lnTo>
                <a:lnTo>
                  <a:pt x="2360955" y="863600"/>
                </a:lnTo>
                <a:lnTo>
                  <a:pt x="2329294" y="825500"/>
                </a:lnTo>
                <a:lnTo>
                  <a:pt x="2296960" y="787400"/>
                </a:lnTo>
                <a:lnTo>
                  <a:pt x="2263978" y="749300"/>
                </a:lnTo>
                <a:lnTo>
                  <a:pt x="2230336" y="723900"/>
                </a:lnTo>
                <a:lnTo>
                  <a:pt x="2196058" y="685800"/>
                </a:lnTo>
                <a:lnTo>
                  <a:pt x="2161159" y="660400"/>
                </a:lnTo>
                <a:lnTo>
                  <a:pt x="2125649" y="622300"/>
                </a:lnTo>
                <a:lnTo>
                  <a:pt x="2089531" y="596900"/>
                </a:lnTo>
                <a:lnTo>
                  <a:pt x="2052815" y="558800"/>
                </a:lnTo>
                <a:lnTo>
                  <a:pt x="2015528" y="533400"/>
                </a:lnTo>
                <a:lnTo>
                  <a:pt x="1977669" y="508000"/>
                </a:lnTo>
                <a:lnTo>
                  <a:pt x="1939264" y="469900"/>
                </a:lnTo>
                <a:lnTo>
                  <a:pt x="1860816" y="419100"/>
                </a:lnTo>
                <a:lnTo>
                  <a:pt x="1780273" y="368300"/>
                </a:lnTo>
                <a:lnTo>
                  <a:pt x="1697736" y="317500"/>
                </a:lnTo>
                <a:lnTo>
                  <a:pt x="1655749" y="304800"/>
                </a:lnTo>
                <a:lnTo>
                  <a:pt x="1527035" y="228600"/>
                </a:lnTo>
                <a:lnTo>
                  <a:pt x="1483258" y="215900"/>
                </a:lnTo>
                <a:lnTo>
                  <a:pt x="1439049" y="190500"/>
                </a:lnTo>
                <a:lnTo>
                  <a:pt x="1349438" y="165100"/>
                </a:lnTo>
                <a:lnTo>
                  <a:pt x="1304048" y="139700"/>
                </a:lnTo>
                <a:lnTo>
                  <a:pt x="928446" y="38100"/>
                </a:lnTo>
                <a:lnTo>
                  <a:pt x="880110" y="38100"/>
                </a:lnTo>
                <a:lnTo>
                  <a:pt x="831494" y="25400"/>
                </a:lnTo>
                <a:lnTo>
                  <a:pt x="782624" y="25400"/>
                </a:lnTo>
                <a:lnTo>
                  <a:pt x="733501" y="12700"/>
                </a:lnTo>
                <a:lnTo>
                  <a:pt x="684149" y="12700"/>
                </a:lnTo>
                <a:lnTo>
                  <a:pt x="634568" y="0"/>
                </a:lnTo>
                <a:lnTo>
                  <a:pt x="229082" y="0"/>
                </a:lnTo>
                <a:lnTo>
                  <a:pt x="178358" y="12700"/>
                </a:lnTo>
                <a:lnTo>
                  <a:pt x="127901" y="12700"/>
                </a:lnTo>
                <a:lnTo>
                  <a:pt x="77749" y="25400"/>
                </a:lnTo>
                <a:lnTo>
                  <a:pt x="27901" y="25400"/>
                </a:lnTo>
                <a:lnTo>
                  <a:pt x="0" y="38100"/>
                </a:lnTo>
                <a:lnTo>
                  <a:pt x="0" y="1803400"/>
                </a:lnTo>
                <a:lnTo>
                  <a:pt x="27305" y="1790700"/>
                </a:lnTo>
                <a:lnTo>
                  <a:pt x="75311" y="1790700"/>
                </a:lnTo>
                <a:lnTo>
                  <a:pt x="173342" y="1765300"/>
                </a:lnTo>
                <a:lnTo>
                  <a:pt x="370141" y="1765300"/>
                </a:lnTo>
                <a:lnTo>
                  <a:pt x="404723" y="1778000"/>
                </a:lnTo>
                <a:lnTo>
                  <a:pt x="441921" y="1778000"/>
                </a:lnTo>
                <a:lnTo>
                  <a:pt x="481380" y="1790700"/>
                </a:lnTo>
                <a:lnTo>
                  <a:pt x="522719" y="1803400"/>
                </a:lnTo>
                <a:lnTo>
                  <a:pt x="565569" y="1816100"/>
                </a:lnTo>
                <a:lnTo>
                  <a:pt x="654329" y="1841500"/>
                </a:lnTo>
                <a:lnTo>
                  <a:pt x="789571" y="1917700"/>
                </a:lnTo>
                <a:lnTo>
                  <a:pt x="833729" y="1955800"/>
                </a:lnTo>
                <a:lnTo>
                  <a:pt x="876795" y="1993900"/>
                </a:lnTo>
                <a:lnTo>
                  <a:pt x="918425" y="2032000"/>
                </a:lnTo>
                <a:lnTo>
                  <a:pt x="958227" y="2082800"/>
                </a:lnTo>
                <a:lnTo>
                  <a:pt x="995845" y="2133600"/>
                </a:lnTo>
                <a:lnTo>
                  <a:pt x="1025563" y="2184400"/>
                </a:lnTo>
                <a:lnTo>
                  <a:pt x="1052093" y="2222500"/>
                </a:lnTo>
                <a:lnTo>
                  <a:pt x="1075372" y="2273300"/>
                </a:lnTo>
                <a:lnTo>
                  <a:pt x="1095349" y="2324100"/>
                </a:lnTo>
                <a:lnTo>
                  <a:pt x="1111973" y="2374900"/>
                </a:lnTo>
                <a:lnTo>
                  <a:pt x="1125194" y="2413000"/>
                </a:lnTo>
                <a:lnTo>
                  <a:pt x="1134960" y="2463800"/>
                </a:lnTo>
                <a:lnTo>
                  <a:pt x="1141234" y="2514600"/>
                </a:lnTo>
                <a:lnTo>
                  <a:pt x="1143939" y="2552700"/>
                </a:lnTo>
                <a:lnTo>
                  <a:pt x="1161084" y="3530600"/>
                </a:lnTo>
                <a:lnTo>
                  <a:pt x="1173734" y="4038600"/>
                </a:lnTo>
                <a:lnTo>
                  <a:pt x="2658948" y="3987800"/>
                </a:lnTo>
                <a:lnTo>
                  <a:pt x="2807030" y="3987800"/>
                </a:lnTo>
                <a:lnTo>
                  <a:pt x="2855823" y="4000500"/>
                </a:lnTo>
                <a:lnTo>
                  <a:pt x="2904286" y="4000500"/>
                </a:lnTo>
                <a:lnTo>
                  <a:pt x="3000032" y="4025900"/>
                </a:lnTo>
                <a:lnTo>
                  <a:pt x="3047238" y="4025900"/>
                </a:lnTo>
                <a:lnTo>
                  <a:pt x="3093936" y="4038600"/>
                </a:lnTo>
                <a:lnTo>
                  <a:pt x="3140087" y="4064000"/>
                </a:lnTo>
                <a:lnTo>
                  <a:pt x="3230600" y="4089400"/>
                </a:lnTo>
                <a:lnTo>
                  <a:pt x="3274885" y="4114800"/>
                </a:lnTo>
                <a:lnTo>
                  <a:pt x="3318459" y="4127500"/>
                </a:lnTo>
                <a:lnTo>
                  <a:pt x="3361283" y="4152900"/>
                </a:lnTo>
                <a:lnTo>
                  <a:pt x="3403320" y="4178300"/>
                </a:lnTo>
                <a:lnTo>
                  <a:pt x="3444519" y="4203700"/>
                </a:lnTo>
                <a:lnTo>
                  <a:pt x="3484854" y="4229100"/>
                </a:lnTo>
                <a:lnTo>
                  <a:pt x="3524275" y="4254500"/>
                </a:lnTo>
                <a:lnTo>
                  <a:pt x="3562743" y="4292600"/>
                </a:lnTo>
                <a:lnTo>
                  <a:pt x="3600221" y="4318000"/>
                </a:lnTo>
                <a:lnTo>
                  <a:pt x="3636657" y="4356100"/>
                </a:lnTo>
                <a:lnTo>
                  <a:pt x="3672027" y="4394200"/>
                </a:lnTo>
                <a:lnTo>
                  <a:pt x="3706266" y="4419600"/>
                </a:lnTo>
                <a:lnTo>
                  <a:pt x="3739362" y="4457700"/>
                </a:lnTo>
                <a:lnTo>
                  <a:pt x="3771252" y="4495800"/>
                </a:lnTo>
                <a:lnTo>
                  <a:pt x="3801897" y="4533900"/>
                </a:lnTo>
                <a:lnTo>
                  <a:pt x="3831259" y="4572000"/>
                </a:lnTo>
                <a:lnTo>
                  <a:pt x="3859301" y="4622800"/>
                </a:lnTo>
                <a:lnTo>
                  <a:pt x="3885984" y="4660900"/>
                </a:lnTo>
                <a:lnTo>
                  <a:pt x="3909161" y="4699000"/>
                </a:lnTo>
                <a:lnTo>
                  <a:pt x="3930739" y="4737100"/>
                </a:lnTo>
                <a:lnTo>
                  <a:pt x="3950741" y="4787900"/>
                </a:lnTo>
                <a:lnTo>
                  <a:pt x="3969181" y="4826000"/>
                </a:lnTo>
                <a:lnTo>
                  <a:pt x="3986060" y="4864100"/>
                </a:lnTo>
                <a:lnTo>
                  <a:pt x="4001376" y="4914900"/>
                </a:lnTo>
                <a:lnTo>
                  <a:pt x="4015168" y="4953000"/>
                </a:lnTo>
                <a:lnTo>
                  <a:pt x="4027411" y="4991100"/>
                </a:lnTo>
                <a:lnTo>
                  <a:pt x="4038130" y="5041900"/>
                </a:lnTo>
                <a:lnTo>
                  <a:pt x="4047337" y="5080000"/>
                </a:lnTo>
                <a:lnTo>
                  <a:pt x="4055046" y="5130800"/>
                </a:lnTo>
                <a:lnTo>
                  <a:pt x="4061244" y="5168900"/>
                </a:lnTo>
                <a:lnTo>
                  <a:pt x="4065955" y="5219700"/>
                </a:lnTo>
                <a:lnTo>
                  <a:pt x="4069181" y="5257800"/>
                </a:lnTo>
                <a:lnTo>
                  <a:pt x="4070934" y="5308600"/>
                </a:lnTo>
                <a:lnTo>
                  <a:pt x="4071213" y="5346217"/>
                </a:lnTo>
                <a:lnTo>
                  <a:pt x="4070070" y="5390921"/>
                </a:lnTo>
                <a:lnTo>
                  <a:pt x="4067454" y="5435739"/>
                </a:lnTo>
                <a:lnTo>
                  <a:pt x="4063415" y="5480494"/>
                </a:lnTo>
                <a:lnTo>
                  <a:pt x="4057942" y="5525122"/>
                </a:lnTo>
                <a:lnTo>
                  <a:pt x="4051046" y="5569623"/>
                </a:lnTo>
                <a:lnTo>
                  <a:pt x="4042740" y="5613933"/>
                </a:lnTo>
                <a:lnTo>
                  <a:pt x="4033024" y="5658028"/>
                </a:lnTo>
                <a:lnTo>
                  <a:pt x="4021925" y="5701855"/>
                </a:lnTo>
                <a:lnTo>
                  <a:pt x="4009428" y="5745404"/>
                </a:lnTo>
                <a:lnTo>
                  <a:pt x="3995572" y="5788622"/>
                </a:lnTo>
                <a:lnTo>
                  <a:pt x="3980332" y="5831484"/>
                </a:lnTo>
                <a:lnTo>
                  <a:pt x="3963746" y="5873928"/>
                </a:lnTo>
                <a:lnTo>
                  <a:pt x="3945801" y="5915952"/>
                </a:lnTo>
                <a:lnTo>
                  <a:pt x="3926522" y="5957494"/>
                </a:lnTo>
                <a:lnTo>
                  <a:pt x="3905897" y="5998515"/>
                </a:lnTo>
                <a:lnTo>
                  <a:pt x="3883964" y="6039002"/>
                </a:lnTo>
                <a:lnTo>
                  <a:pt x="3860698" y="6078906"/>
                </a:lnTo>
                <a:lnTo>
                  <a:pt x="3836136" y="6118187"/>
                </a:lnTo>
                <a:lnTo>
                  <a:pt x="3810279" y="6156807"/>
                </a:lnTo>
                <a:lnTo>
                  <a:pt x="3783126" y="6194730"/>
                </a:lnTo>
                <a:lnTo>
                  <a:pt x="3754704" y="6231941"/>
                </a:lnTo>
                <a:lnTo>
                  <a:pt x="3724999" y="6268364"/>
                </a:lnTo>
                <a:lnTo>
                  <a:pt x="3694036" y="6304000"/>
                </a:lnTo>
                <a:lnTo>
                  <a:pt x="3661816" y="6338786"/>
                </a:lnTo>
                <a:lnTo>
                  <a:pt x="3628352" y="6372695"/>
                </a:lnTo>
                <a:lnTo>
                  <a:pt x="3593655" y="6405702"/>
                </a:lnTo>
                <a:lnTo>
                  <a:pt x="3557727" y="6437744"/>
                </a:lnTo>
                <a:lnTo>
                  <a:pt x="3520579" y="6468808"/>
                </a:lnTo>
                <a:lnTo>
                  <a:pt x="3482225" y="6498857"/>
                </a:lnTo>
                <a:lnTo>
                  <a:pt x="3442665" y="6527838"/>
                </a:lnTo>
                <a:lnTo>
                  <a:pt x="687946" y="8464512"/>
                </a:lnTo>
                <a:lnTo>
                  <a:pt x="685558" y="8470087"/>
                </a:lnTo>
                <a:lnTo>
                  <a:pt x="0" y="7493000"/>
                </a:lnTo>
                <a:lnTo>
                  <a:pt x="0" y="10073081"/>
                </a:lnTo>
                <a:lnTo>
                  <a:pt x="0" y="10642587"/>
                </a:lnTo>
                <a:lnTo>
                  <a:pt x="3853904" y="8470900"/>
                </a:lnTo>
                <a:lnTo>
                  <a:pt x="4146893" y="8305800"/>
                </a:lnTo>
                <a:lnTo>
                  <a:pt x="4231551" y="8255000"/>
                </a:lnTo>
                <a:lnTo>
                  <a:pt x="4314152" y="8204200"/>
                </a:lnTo>
                <a:lnTo>
                  <a:pt x="4354665" y="8166100"/>
                </a:lnTo>
                <a:lnTo>
                  <a:pt x="4434116" y="8115300"/>
                </a:lnTo>
                <a:lnTo>
                  <a:pt x="4511446" y="8064500"/>
                </a:lnTo>
                <a:lnTo>
                  <a:pt x="4549305" y="8026400"/>
                </a:lnTo>
                <a:lnTo>
                  <a:pt x="4586630" y="8001000"/>
                </a:lnTo>
                <a:lnTo>
                  <a:pt x="4623409" y="7975600"/>
                </a:lnTo>
                <a:lnTo>
                  <a:pt x="4659655" y="7937500"/>
                </a:lnTo>
                <a:lnTo>
                  <a:pt x="4695342" y="7912100"/>
                </a:lnTo>
                <a:lnTo>
                  <a:pt x="4730483" y="7874000"/>
                </a:lnTo>
                <a:lnTo>
                  <a:pt x="4765078" y="7848600"/>
                </a:lnTo>
                <a:lnTo>
                  <a:pt x="4799127" y="7810500"/>
                </a:lnTo>
                <a:lnTo>
                  <a:pt x="4832604" y="7772400"/>
                </a:lnTo>
                <a:lnTo>
                  <a:pt x="4865535" y="7747000"/>
                </a:lnTo>
                <a:lnTo>
                  <a:pt x="4897894" y="7708900"/>
                </a:lnTo>
                <a:lnTo>
                  <a:pt x="4929695" y="7670800"/>
                </a:lnTo>
                <a:lnTo>
                  <a:pt x="4960925" y="7645400"/>
                </a:lnTo>
                <a:lnTo>
                  <a:pt x="4991595" y="7607300"/>
                </a:lnTo>
                <a:lnTo>
                  <a:pt x="5021681" y="7569200"/>
                </a:lnTo>
                <a:lnTo>
                  <a:pt x="5051209" y="7531100"/>
                </a:lnTo>
                <a:lnTo>
                  <a:pt x="5080139" y="7493000"/>
                </a:lnTo>
                <a:lnTo>
                  <a:pt x="5108511" y="7454900"/>
                </a:lnTo>
                <a:lnTo>
                  <a:pt x="5136286" y="7416800"/>
                </a:lnTo>
                <a:lnTo>
                  <a:pt x="5163477" y="7391400"/>
                </a:lnTo>
                <a:lnTo>
                  <a:pt x="5190083" y="7353300"/>
                </a:lnTo>
                <a:lnTo>
                  <a:pt x="5216106" y="7315200"/>
                </a:lnTo>
                <a:lnTo>
                  <a:pt x="5241531" y="7264400"/>
                </a:lnTo>
                <a:lnTo>
                  <a:pt x="5266360" y="7226300"/>
                </a:lnTo>
                <a:lnTo>
                  <a:pt x="5290591" y="7188200"/>
                </a:lnTo>
                <a:lnTo>
                  <a:pt x="5314226" y="7150100"/>
                </a:lnTo>
                <a:lnTo>
                  <a:pt x="5337264" y="7112000"/>
                </a:lnTo>
                <a:lnTo>
                  <a:pt x="5359692" y="7073900"/>
                </a:lnTo>
                <a:lnTo>
                  <a:pt x="5381498" y="7035800"/>
                </a:lnTo>
                <a:lnTo>
                  <a:pt x="5402707" y="6985000"/>
                </a:lnTo>
                <a:lnTo>
                  <a:pt x="5423306" y="6946900"/>
                </a:lnTo>
                <a:lnTo>
                  <a:pt x="5443283" y="6908800"/>
                </a:lnTo>
                <a:lnTo>
                  <a:pt x="5462638" y="6870700"/>
                </a:lnTo>
                <a:lnTo>
                  <a:pt x="5481383" y="6819900"/>
                </a:lnTo>
                <a:lnTo>
                  <a:pt x="5499493" y="6781800"/>
                </a:lnTo>
                <a:lnTo>
                  <a:pt x="5516994" y="6743700"/>
                </a:lnTo>
                <a:lnTo>
                  <a:pt x="5533847" y="6692900"/>
                </a:lnTo>
                <a:lnTo>
                  <a:pt x="5550078" y="6654800"/>
                </a:lnTo>
                <a:lnTo>
                  <a:pt x="5565686" y="6616700"/>
                </a:lnTo>
                <a:lnTo>
                  <a:pt x="5580646" y="6565900"/>
                </a:lnTo>
                <a:lnTo>
                  <a:pt x="5594959" y="6527800"/>
                </a:lnTo>
                <a:lnTo>
                  <a:pt x="5608650" y="6477000"/>
                </a:lnTo>
                <a:lnTo>
                  <a:pt x="5621680" y="6438900"/>
                </a:lnTo>
                <a:lnTo>
                  <a:pt x="5634075" y="6388100"/>
                </a:lnTo>
                <a:lnTo>
                  <a:pt x="5645810" y="6350000"/>
                </a:lnTo>
                <a:lnTo>
                  <a:pt x="5656910" y="6299200"/>
                </a:lnTo>
                <a:lnTo>
                  <a:pt x="5667337" y="6261100"/>
                </a:lnTo>
                <a:lnTo>
                  <a:pt x="5677116" y="6210300"/>
                </a:lnTo>
                <a:lnTo>
                  <a:pt x="5686234" y="6172200"/>
                </a:lnTo>
                <a:lnTo>
                  <a:pt x="5694692" y="6121400"/>
                </a:lnTo>
                <a:lnTo>
                  <a:pt x="5702490" y="6083300"/>
                </a:lnTo>
                <a:lnTo>
                  <a:pt x="5709615" y="6032500"/>
                </a:lnTo>
                <a:lnTo>
                  <a:pt x="5716067" y="5994400"/>
                </a:lnTo>
                <a:lnTo>
                  <a:pt x="5721858" y="5943600"/>
                </a:lnTo>
                <a:lnTo>
                  <a:pt x="5726963" y="5905500"/>
                </a:lnTo>
                <a:lnTo>
                  <a:pt x="5731395" y="5854700"/>
                </a:lnTo>
                <a:lnTo>
                  <a:pt x="5735142" y="5803900"/>
                </a:lnTo>
                <a:lnTo>
                  <a:pt x="5738215" y="5765800"/>
                </a:lnTo>
                <a:lnTo>
                  <a:pt x="5740590" y="5715000"/>
                </a:lnTo>
                <a:lnTo>
                  <a:pt x="5742292" y="5676900"/>
                </a:lnTo>
                <a:lnTo>
                  <a:pt x="5743295" y="5626100"/>
                </a:lnTo>
                <a:lnTo>
                  <a:pt x="5743613" y="5575300"/>
                </a:lnTo>
                <a:lnTo>
                  <a:pt x="5743600" y="5574931"/>
                </a:lnTo>
                <a:lnTo>
                  <a:pt x="5743613" y="5574398"/>
                </a:lnTo>
                <a:close/>
              </a:path>
            </a:pathLst>
          </a:custGeom>
          <a:solidFill>
            <a:srgbClr val="F8A01B">
              <a:alpha val="34999"/>
            </a:srgbClr>
          </a:solidFill>
        </p:spPr>
        <p:txBody>
          <a:bodyPr wrap="square" lIns="0" tIns="0" rIns="0" bIns="0" rtlCol="0"/>
          <a:lstStyle/>
          <a:p>
            <a:pPr defTabSz="554492"/>
            <a:endParaRPr sz="1092" kern="0">
              <a:solidFill>
                <a:sysClr val="windowText" lastClr="000000"/>
              </a:solidFill>
            </a:endParaRPr>
          </a:p>
        </p:txBody>
      </p:sp>
      <p:sp>
        <p:nvSpPr>
          <p:cNvPr id="4" name="Title 1">
            <a:extLst>
              <a:ext uri="{FF2B5EF4-FFF2-40B4-BE49-F238E27FC236}">
                <a16:creationId xmlns:a16="http://schemas.microsoft.com/office/drawing/2014/main" id="{D009ED27-9AF9-C082-E62D-6D4F58E9AB5E}"/>
              </a:ext>
            </a:extLst>
          </p:cNvPr>
          <p:cNvSpPr txBox="1">
            <a:spLocks/>
          </p:cNvSpPr>
          <p:nvPr/>
        </p:nvSpPr>
        <p:spPr>
          <a:xfrm>
            <a:off x="974064" y="2654156"/>
            <a:ext cx="10515600" cy="1048039"/>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500" b="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500" b="0" i="0" u="none" strike="noStrike" kern="1200" cap="none" spc="0" normalizeH="0" baseline="0" noProof="0" dirty="0">
                <a:ln>
                  <a:noFill/>
                </a:ln>
                <a:solidFill>
                  <a:srgbClr val="171616"/>
                </a:solidFill>
                <a:effectLst/>
                <a:uLnTx/>
                <a:uFillTx/>
                <a:latin typeface="Arial" panose="020B0604020202020204" pitchFamily="34" charset="0"/>
                <a:ea typeface="Open Sans" panose="020B0606030504020204" pitchFamily="34" charset="0"/>
                <a:cs typeface="Arial" panose="020B0604020202020204" pitchFamily="34" charset="0"/>
              </a:rPr>
              <a:t>Thank You!</a:t>
            </a:r>
          </a:p>
        </p:txBody>
      </p:sp>
    </p:spTree>
  </p:cSld>
  <p:clrMapOvr>
    <a:masterClrMapping/>
  </p:clrMapOvr>
</p:sld>
</file>

<file path=ppt/theme/theme1.xml><?xml version="1.0" encoding="utf-8"?>
<a:theme xmlns:a="http://schemas.openxmlformats.org/drawingml/2006/main" name="2_Office Theme">
  <a:themeElements>
    <a:clrScheme name="Custom 2">
      <a:dk1>
        <a:srgbClr val="171616"/>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Open Sans"/>
        <a:ea typeface=""/>
        <a:cs typeface=""/>
      </a:majorFont>
      <a:minorFont>
        <a:latin typeface="Open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VimpelCom new">
    <a:dk1>
      <a:sysClr val="windowText" lastClr="000000"/>
    </a:dk1>
    <a:lt1>
      <a:sysClr val="window" lastClr="FFFFFF"/>
    </a:lt1>
    <a:dk2>
      <a:srgbClr val="D0C8BA"/>
    </a:dk2>
    <a:lt2>
      <a:srgbClr val="EEECE1"/>
    </a:lt2>
    <a:accent1>
      <a:srgbClr val="665546"/>
    </a:accent1>
    <a:accent2>
      <a:srgbClr val="FFDA2E"/>
    </a:accent2>
    <a:accent3>
      <a:srgbClr val="ED7703"/>
    </a:accent3>
    <a:accent4>
      <a:srgbClr val="A50044"/>
    </a:accent4>
    <a:accent5>
      <a:srgbClr val="D6D6F5"/>
    </a:accent5>
    <a:accent6>
      <a:srgbClr val="F0BE32"/>
    </a:accent6>
    <a:hlink>
      <a:srgbClr val="000000"/>
    </a:hlink>
    <a:folHlink>
      <a:srgbClr val="7F7F7F"/>
    </a:folHlink>
  </a:clrScheme>
  <a:fontScheme name="VimpelCom">
    <a:majorFont>
      <a:latin typeface="Verdana"/>
      <a:ea typeface=""/>
      <a:cs typeface=""/>
    </a:majorFont>
    <a:minorFont>
      <a:latin typeface="Verdana"/>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84f7bc1-a2fb-475f-8cd3-be5bbd39a4e8" xsi:nil="true"/>
    <lcf76f155ced4ddcb4097134ff3c332f xmlns="47e795d7-36be-4d20-a206-bd6b8819adc9">
      <Terms xmlns="http://schemas.microsoft.com/office/infopath/2007/PartnerControls"/>
    </lcf76f155ced4ddcb4097134ff3c332f>
    <SharedWithUsers xmlns="47e795d7-36be-4d20-a206-bd6b8819adc9">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80A62E3E1DECB4996B3C0304564A6AA" ma:contentTypeVersion="18" ma:contentTypeDescription="Create a new document." ma:contentTypeScope="" ma:versionID="4aa6d8131893edc372195eda138e4c1c">
  <xsd:schema xmlns:xsd="http://www.w3.org/2001/XMLSchema" xmlns:xs="http://www.w3.org/2001/XMLSchema" xmlns:p="http://schemas.microsoft.com/office/2006/metadata/properties" xmlns:ns2="47e795d7-36be-4d20-a206-bd6b8819adc9" xmlns:ns3="984f7bc1-a2fb-475f-8cd3-be5bbd39a4e8" targetNamespace="http://schemas.microsoft.com/office/2006/metadata/properties" ma:root="true" ma:fieldsID="819619199bea8b24a659393420d63e1b" ns2:_="" ns3:_="">
    <xsd:import namespace="47e795d7-36be-4d20-a206-bd6b8819adc9"/>
    <xsd:import namespace="984f7bc1-a2fb-475f-8cd3-be5bbd39a4e8"/>
    <xsd:element name="properties">
      <xsd:complexType>
        <xsd:sequence>
          <xsd:element name="documentManagement">
            <xsd:complexType>
              <xsd:all>
                <xsd:element ref="ns2:SharedWithUsers" minOccurs="0"/>
                <xsd:element ref="ns2:MediaServiceMetadata" minOccurs="0"/>
                <xsd:element ref="ns2:MediaServiceFastMetadata" minOccurs="0"/>
                <xsd:element ref="ns2:MediaServiceDateTaken" minOccurs="0"/>
                <xsd:element ref="ns2:MediaLengthInSeconds" minOccurs="0"/>
                <xsd:element ref="ns2:MediaServiceObjectDetectorVersion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e795d7-36be-4d20-a206-bd6b8819adc9" elementFormDefault="qualified">
    <xsd:import namespace="http://schemas.microsoft.com/office/2006/documentManagement/types"/>
    <xsd:import namespace="http://schemas.microsoft.com/office/infopath/2007/PartnerControls"/>
    <xsd:element name="SharedWithUsers" ma:index="8" nillable="true" ma:displayName="Shared With" ma:list="UserInfo" ma:SearchPeopleOnly="false"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b8fefa1-1e70-40e6-9b37-503c5326d68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84f7bc1-a2fb-475f-8cd3-be5bbd39a4e8" elementFormDefault="qualified">
    <xsd:import namespace="http://schemas.microsoft.com/office/2006/documentManagement/types"/>
    <xsd:import namespace="http://schemas.microsoft.com/office/infopath/2007/PartnerControls"/>
    <xsd:element name="SharedWithDetails" ma:index="14"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89394f82-427d-451e-8023-f6f0fa65612e}" ma:internalName="TaxCatchAll" ma:showField="CatchAllData" ma:web="984f7bc1-a2fb-475f-8cd3-be5bbd39a4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B1181ED-A40B-40BF-B450-3B81BB7BEFAE}">
  <ds:schemaRefs>
    <ds:schemaRef ds:uri="http://schemas.microsoft.com/office/2006/metadata/properties"/>
    <ds:schemaRef ds:uri="http://schemas.microsoft.com/office/infopath/2007/PartnerControls"/>
    <ds:schemaRef ds:uri="984f7bc1-a2fb-475f-8cd3-be5bbd39a4e8"/>
    <ds:schemaRef ds:uri="47e795d7-36be-4d20-a206-bd6b8819adc9"/>
  </ds:schemaRefs>
</ds:datastoreItem>
</file>

<file path=customXml/itemProps2.xml><?xml version="1.0" encoding="utf-8"?>
<ds:datastoreItem xmlns:ds="http://schemas.openxmlformats.org/officeDocument/2006/customXml" ds:itemID="{4B359F1C-3B92-4B55-8BF4-0FAE14248E1F}">
  <ds:schemaRefs>
    <ds:schemaRef ds:uri="http://schemas.microsoft.com/sharepoint/v3/contenttype/forms"/>
  </ds:schemaRefs>
</ds:datastoreItem>
</file>

<file path=customXml/itemProps3.xml><?xml version="1.0" encoding="utf-8"?>
<ds:datastoreItem xmlns:ds="http://schemas.openxmlformats.org/officeDocument/2006/customXml" ds:itemID="{D46072DD-B898-426C-98C5-21DD9F14B4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e795d7-36be-4d20-a206-bd6b8819adc9"/>
    <ds:schemaRef ds:uri="984f7bc1-a2fb-475f-8cd3-be5bbd39a4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373</TotalTime>
  <Words>589</Words>
  <Application>Microsoft Office PowerPoint</Application>
  <PresentationFormat>Widescreen</PresentationFormat>
  <Paragraphs>172</Paragraphs>
  <Slides>19</Slides>
  <Notes>2</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2_Office Theme</vt:lpstr>
      <vt:lpstr>PowerPoint Presentation</vt:lpstr>
      <vt:lpstr>Section Title Set Across 1 or 2 Lines</vt:lpstr>
      <vt:lpstr>Section Title Set Across 1 or 2 Lines</vt:lpstr>
      <vt:lpstr>Section Title Set Across 1 or 2 Lines</vt:lpstr>
      <vt:lpstr>Section Title Set Across 1 or 2 Lines</vt:lpstr>
      <vt:lpstr>Section Title Set Across 1 or 2 Lines</vt:lpstr>
      <vt:lpstr>Section Title Set Across 1 or 2 Lines</vt:lpstr>
      <vt:lpstr>Section Title Set Across 1 or 2 Lines</vt:lpstr>
      <vt:lpstr>Section Title Set Across 1 or 2 Lines</vt:lpstr>
      <vt:lpstr>Section Title Set Across 1 or 2 Lines</vt:lpstr>
      <vt:lpstr>Section Break Title</vt:lpstr>
      <vt:lpstr>Section Title Set Across 1 or 2 Lines</vt:lpstr>
      <vt:lpstr>Section Title Set Across 1 or 2 Lines</vt:lpstr>
      <vt:lpstr>Section Title Set Across 1 or 2 Lines</vt:lpstr>
      <vt:lpstr>Section Title Set Across 1 or 2 Lines</vt:lpstr>
      <vt:lpstr>Section Title Set Across 1 or 2 Lines</vt:lpstr>
      <vt:lpstr>Section Title Set Across 1 or 2 Lines</vt:lpstr>
      <vt:lpstr>Section Title Set Across 1 or 2 Lines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Abdullah Al  Muhid</dc:creator>
  <cp:lastModifiedBy>Tauhid Irteza Ali</cp:lastModifiedBy>
  <cp:revision>45</cp:revision>
  <dcterms:created xsi:type="dcterms:W3CDTF">2025-11-30T17:03:25Z</dcterms:created>
  <dcterms:modified xsi:type="dcterms:W3CDTF">2026-06-29T21:47:33Z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c756c8c-3809-4ec2-8609-85930df2fed6_Enabled">
    <vt:lpwstr>true</vt:lpwstr>
  </property>
  <property fmtid="{D5CDD505-2E9C-101B-9397-08002B2CF9AE}" pid="3" name="MSIP_Label_ec756c8c-3809-4ec2-8609-85930df2fed6_SetDate">
    <vt:lpwstr>2025-11-30T18:27:07Z</vt:lpwstr>
  </property>
  <property fmtid="{D5CDD505-2E9C-101B-9397-08002B2CF9AE}" pid="4" name="MSIP_Label_ec756c8c-3809-4ec2-8609-85930df2fed6_Method">
    <vt:lpwstr>Privileged</vt:lpwstr>
  </property>
  <property fmtid="{D5CDD505-2E9C-101B-9397-08002B2CF9AE}" pid="5" name="MSIP_Label_ec756c8c-3809-4ec2-8609-85930df2fed6_Name">
    <vt:lpwstr>Internal</vt:lpwstr>
  </property>
  <property fmtid="{D5CDD505-2E9C-101B-9397-08002B2CF9AE}" pid="6" name="MSIP_Label_ec756c8c-3809-4ec2-8609-85930df2fed6_SiteId">
    <vt:lpwstr>ac33f407-5ccd-46ec-9eef-f4e65ee9c29a</vt:lpwstr>
  </property>
  <property fmtid="{D5CDD505-2E9C-101B-9397-08002B2CF9AE}" pid="7" name="MSIP_Label_ec756c8c-3809-4ec2-8609-85930df2fed6_ActionId">
    <vt:lpwstr>921b33a9-9bcf-463b-b06f-c32eab171ee1</vt:lpwstr>
  </property>
  <property fmtid="{D5CDD505-2E9C-101B-9397-08002B2CF9AE}" pid="8" name="MSIP_Label_ec756c8c-3809-4ec2-8609-85930df2fed6_ContentBits">
    <vt:lpwstr>2</vt:lpwstr>
  </property>
  <property fmtid="{D5CDD505-2E9C-101B-9397-08002B2CF9AE}" pid="9" name="MSIP_Label_ec756c8c-3809-4ec2-8609-85930df2fed6_Tag">
    <vt:lpwstr>10, 0, 1, 1</vt:lpwstr>
  </property>
  <property fmtid="{D5CDD505-2E9C-101B-9397-08002B2CF9AE}" pid="10" name="ClassificationContentMarkingFooterLocations">
    <vt:lpwstr>Office Theme:8</vt:lpwstr>
  </property>
  <property fmtid="{D5CDD505-2E9C-101B-9397-08002B2CF9AE}" pid="11" name="ClassificationContentMarkingFooterText">
    <vt:lpwstr>Internal</vt:lpwstr>
  </property>
  <property fmtid="{D5CDD505-2E9C-101B-9397-08002B2CF9AE}" pid="12" name="ContentTypeId">
    <vt:lpwstr>0x010100080A62E3E1DECB4996B3C0304564A6AA</vt:lpwstr>
  </property>
</Properties>
</file>