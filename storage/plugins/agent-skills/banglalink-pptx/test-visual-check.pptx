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Analysis &amp; Strategic Direction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hides prices behind pe...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Volume Leaders...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More GB for L...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Value, Simple Life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Core SKUs (Good-Better...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Loyalty Ecosystem...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1GB/1Day (Tk19),...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ARPU: Tk180 → Tk2...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Option: Launch BL...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2026-06-29T22:50:15Z</dcterms:created>
  <dcterms:modified xsi:type="dcterms:W3CDTF">2026-06-29T22:50:15Z</dcterms:modified>
</cp:coreProperties>
</file>